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2.xml" ContentType="application/vnd.openxmlformats-officedocument.presentationml.notesSlide+xml"/>
  <Override PartName="/ppt/theme/theme1.xml" ContentType="application/vnd.openxmlformats-officedocument.them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4.xml" ContentType="application/vnd.openxmlformats-officedocument.presentationml.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2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 /><Relationship Id="rId45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071433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74613767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1660275736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100730509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001281308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91409762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900154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18261026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724128117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5650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1801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976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492860-8273-95F6-6DD9-760B7643C5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9773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2748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141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024592-B708-B3F9-6F34-A00748E9B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1938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5334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47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12AD78-3CAB-24DF-D651-3B775ACD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7482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8991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771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1EB417-1B08-D2C7-5C54-0C974E492D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680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0631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435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AC3BE-F3D1-E20D-4E64-A0BE0B24AF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6152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56677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944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F11FB-AB3F-F6CA-2C99-0BC80239B6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919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0338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161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A03F55-EC90-98AE-582D-98DBAB0A24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187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5971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8647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39B297-2826-09A2-2C73-BD339559CA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423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6527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586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9A5BF5-59ED-2E29-E217-953CCB521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8596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10367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9CD277-8765-9961-48B8-4B80006E7A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400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8087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9291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D8F8B4-F255-D687-8E8B-E7D3E3A0A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538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933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95336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A2DE4C-C1CE-961F-877D-783F13A71E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518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9552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3336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FCDC96-A238-D469-4AC2-F16F58C97F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116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5381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14878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A47969-E107-1A5A-EEEB-69482885A5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762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098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33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3E15D3-FF77-9DB2-0C3E-FCAAC57DB8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3122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980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081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EB73CC-F33D-72CC-2790-F9CF78751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024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04843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228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C90FC5-28C3-AB53-9394-9288FC0B50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472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20447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174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4C159C-32CF-A0A6-D632-919C29ACB9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88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3599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43188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BDDD45-282F-43E0-C82F-2E40A9D6DE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610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59330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189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5876E2-52FF-0088-7514-14F3F55297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0573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3800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7923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56CFFB-55BC-B966-A39C-0F0FEBE213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6325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879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5776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D46F9D-F2B5-32BA-B609-96E9665C8C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323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0069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140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B7ECA0-E235-4D0B-7A7A-93741535BD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4436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04604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AutoNum type="arabicPeriod"/>
              <a:defRPr/>
            </a:pPr>
            <a:r>
              <a:rPr/>
              <a:t>Ничего не пишется и не считается. Базовая проверка.</a:t>
            </a:r>
            <a:endParaRPr/>
          </a:p>
          <a:p>
            <a:pPr marL="217793" indent="-217793">
              <a:buAutoNum type="arabicPeriod"/>
              <a:defRPr/>
            </a:pPr>
            <a:r>
              <a:rPr lang="ru-RU"/>
              <a:t>Каждый запрос создает пользователя в внутренней памяти. Проверяем встроенные структуры данных (хешмепы и листы) на работу в конкурентной среде</a:t>
            </a:r>
            <a:endParaRPr lang="ru-RU"/>
          </a:p>
          <a:p>
            <a:pPr marL="217793" indent="-217793">
              <a:buAutoNum type="arabicPeriod"/>
              <a:defRPr/>
            </a:pPr>
            <a:r>
              <a:rPr lang="ru-RU"/>
              <a:t>«Живой трафик». Регистрация, голосование, расчеты результатов голосования, список пива, </a:t>
            </a:r>
            <a:r>
              <a:rPr lang="en-US"/>
              <a:t>liveness </a:t>
            </a:r>
            <a:r>
              <a:rPr lang="ru-RU"/>
              <a:t>проба. Пожалуй самый показательный тест.</a:t>
            </a:r>
            <a:endParaRPr/>
          </a:p>
        </p:txBody>
      </p:sp>
      <p:sp>
        <p:nvSpPr>
          <p:cNvPr id="1966190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C104CC-0836-5F65-87F5-E76E6421BF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920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1431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Ramping-arrival-rate — это </a:t>
            </a: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исполнитель сценариев в Grafana k6</a:t>
            </a: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, который плавно меняет </a:t>
            </a: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скорость запуска итераций</a:t>
            </a: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(запросов в секунду или минуту) по заданным этапам (stages)</a:t>
            </a:r>
            <a:endParaRPr/>
          </a:p>
        </p:txBody>
      </p:sp>
      <p:sp>
        <p:nvSpPr>
          <p:cNvPr id="1736717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B8497D-DC17-EE2E-F492-3C1E28268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86409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0711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000" b="1" i="0" u="none">
                <a:solidFill>
                  <a:srgbClr val="F0F0F0"/>
                </a:solidFill>
                <a:latin typeface="Liberation Sans"/>
                <a:ea typeface="Liberation Sans"/>
                <a:cs typeface="Liberation Sans"/>
              </a:rPr>
              <a:t>Кратко:</a:t>
            </a:r>
            <a:r>
              <a:rPr sz="1000" b="0" i="0" u="none">
                <a:solidFill>
                  <a:srgbClr val="F0F0F0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000" b="0" i="0" u="none">
                <a:solidFill>
                  <a:srgbClr val="F0F0F0"/>
                </a:solidFill>
                <a:latin typeface="Liberation Sans"/>
                <a:ea typeface="Liberation Sans"/>
                <a:cs typeface="Liberation Sans"/>
              </a:rPr>
              <a:t>Bun / Go / .NET держат цель ~10k RPS при единицax VU. Java быстрая, но упала до конца теста. Node и PHP упёрлись в 500 VU и до 10k не дошли.</a:t>
            </a:r>
            <a:r>
              <a:rPr sz="1000" b="0" i="0" u="none">
                <a:solidFill>
                  <a:srgbClr val="F0F0F0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0" i="0" u="none">
                <a:solidFill>
                  <a:srgbClr val="F0F0F0"/>
                </a:solidFill>
                <a:latin typeface="Droid Sans Mono"/>
                <a:ea typeface="Droid Sans Mono"/>
                <a:cs typeface="Droid Sans Mono"/>
              </a:rPr>
              <a:t>http_req_failed = 0</a:t>
            </a:r>
            <a:r>
              <a:rPr sz="1000" b="0" i="0" u="none">
                <a:solidFill>
                  <a:srgbClr val="F0F0F0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000" b="0" i="0" u="none">
                <a:solidFill>
                  <a:srgbClr val="F0F0F0"/>
                </a:solidFill>
                <a:latin typeface="Liberation Sans"/>
                <a:ea typeface="Liberation Sans"/>
                <a:cs typeface="Liberation Sans"/>
              </a:rPr>
              <a:t>у всех.</a:t>
            </a:r>
            <a:endParaRPr/>
          </a:p>
        </p:txBody>
      </p:sp>
      <p:sp>
        <p:nvSpPr>
          <p:cNvPr id="14974571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7DC46C-3EFB-6D6A-CAA9-944E092952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http_reqs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общее число запросов и скорость их отправки в секунду (RPS). Показывает текущую нагрузку.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http_req_duration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время ответа сервера. Важны показатели </a:t>
            </a:r>
            <a:r>
              <a:rPr sz="105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p(95)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и </a:t>
            </a:r>
            <a:r>
              <a:rPr sz="105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p(99)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— сколько процентов запросов выполнялись быстрее этого времени.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http_req_failed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процент неудачных запросов (ошибки 5xx, таймауты). В идеале должен быть равен 0%.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checks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процент успешных проверок, заданных в коде теста (например, ожидался ли статус код 200).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vus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число виртуальных пользователей, которые одновременно выполняли сценарий в данный момент времени.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EEBE5D-3EE1-3A50-9161-ADA6CE65B4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360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8844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http_reqs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общее число запросов и скорость их отправки в секунду (RPS). Показывает текущую нагрузку.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http_req_duration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время ответа сервера. Важны показатели </a:t>
            </a:r>
            <a:r>
              <a:rPr sz="105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p(95)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и </a:t>
            </a:r>
            <a:r>
              <a:rPr sz="105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p(99)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— сколько процентов запросов выполнялись быстрее этого времени.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http_req_failed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процент неудачных запросов (ошибки 5xx, таймауты). В идеале должен быть равен 0%.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checks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процент успешных проверок, заданных в коде теста (например, ожидался ли статус код 200).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vus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число виртуальных пользователей, которые одновременно выполняли сценарий в данный момент времени.</a:t>
            </a:r>
            <a:endParaRPr/>
          </a:p>
        </p:txBody>
      </p:sp>
      <p:sp>
        <p:nvSpPr>
          <p:cNvPr id="1643511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186AC3-5779-920C-C765-3ABB1A2D9D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2F8BA-CEAF-2355-B2FF-92B8B7B858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0067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61793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http_reqs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общее число запросов и скорость их отправки в секунду (RPS). Показывает текущую нагрузку.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http_req_duration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время ответа сервера. Важны показатели </a:t>
            </a:r>
            <a:r>
              <a:rPr sz="105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p(95)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и </a:t>
            </a:r>
            <a:r>
              <a:rPr sz="105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p(99)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— сколько процентов запросов выполнялись быстрее этого времени.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http_req_failed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процент неудачных запросов (ошибки 5xx, таймауты). В идеале должен быть равен 0%.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checks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процент успешных проверок, заданных в коде теста (например, ожидался ли статус код 200).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vus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число виртуальных пользователей, которые одновременно выполняли сценарий в данный момент времени.</a:t>
            </a:r>
            <a:endParaRPr/>
          </a:p>
        </p:txBody>
      </p:sp>
      <p:sp>
        <p:nvSpPr>
          <p:cNvPr id="11249929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AF4AE8-9C2F-901A-F324-5DC8FD88F6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3D837B-94E1-36B5-AC6F-E9262DCBE5F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4972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31557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http_reqs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общее число запросов и скорость их отправки в секунду (RPS). Показывает текущую нагрузку.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http_req_duration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время ответа сервера. Важны показатели </a:t>
            </a:r>
            <a:r>
              <a:rPr sz="105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p(95)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и </a:t>
            </a:r>
            <a:r>
              <a:rPr sz="105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p(99)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— сколько процентов запросов выполнялись быстрее этого времени.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http_req_failed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процент неудачных запросов (ошибки 5xx, таймауты). В идеале должен быть равен 0%.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checks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процент успешных проверок, заданных в коде теста (например, ожидался ли статус код 200).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vus</a:t>
            </a:r>
            <a:r>
              <a:rPr sz="1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: число виртуальных пользователей, которые одновременно выполняли сценарий в данный момент времени.</a:t>
            </a:r>
            <a:endParaRPr/>
          </a:p>
        </p:txBody>
      </p:sp>
      <p:sp>
        <p:nvSpPr>
          <p:cNvPr id="7345981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E4DFE4-5040-8664-C2C1-E87758CA0D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076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2420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8940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713AF-C6FE-EE5F-64A9-BAEA429D94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6727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41863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0738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D5C1E-ACE9-FCCD-02C5-0D2A969945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B10DD-B01B-9F0B-8537-14E033A2C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8400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7244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516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B03990-2087-6CB3-FFA6-8E77B48D9A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0D1D8B-6708-DF9A-D53F-A7D422A83F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0834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0449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377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D8608B-7B2C-876E-812A-7413462D4A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1"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829536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2" y="0"/>
            <a:ext cx="12181171" cy="6858000"/>
          </a:xfrm>
          <a:prstGeom prst="rect">
            <a:avLst/>
          </a:prstGeom>
        </p:spPr>
      </p:pic>
      <p:sp>
        <p:nvSpPr>
          <p:cNvPr id="673509287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693965" y="1697933"/>
            <a:ext cx="6791738" cy="181202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 sz="6000"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/>
              <a:t>CLICK TO EDIT MASTER TITLE </a:t>
            </a:r>
            <a:endParaRPr/>
          </a:p>
        </p:txBody>
      </p:sp>
      <p:sp>
        <p:nvSpPr>
          <p:cNvPr id="9100832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230008785" name=""/>
          <p:cNvGrpSpPr/>
          <p:nvPr/>
        </p:nvGrpSpPr>
        <p:grpSpPr bwMode="auto">
          <a:xfrm rot="5399942" flipH="0" flipV="0">
            <a:off x="3087259" y="-3087186"/>
            <a:ext cx="1169967" cy="7344468"/>
            <a:chOff x="0" y="0"/>
            <a:chExt cx="1169967" cy="7344468"/>
          </a:xfrm>
        </p:grpSpPr>
        <p:sp>
          <p:nvSpPr>
            <p:cNvPr id="1856331003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5884680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74757295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6359609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500161352" name=""/>
          <p:cNvGrpSpPr/>
          <p:nvPr/>
        </p:nvGrpSpPr>
        <p:grpSpPr bwMode="auto">
          <a:xfrm rot="5399942" flipH="0" flipV="0">
            <a:off x="7934769" y="2600717"/>
            <a:ext cx="1169967" cy="7344468"/>
            <a:chOff x="0" y="0"/>
            <a:chExt cx="1169967" cy="7344468"/>
          </a:xfrm>
        </p:grpSpPr>
        <p:sp>
          <p:nvSpPr>
            <p:cNvPr id="812837277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75852333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06685883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52368001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117053663" name=""/>
          <p:cNvGrpSpPr/>
          <p:nvPr/>
        </p:nvGrpSpPr>
        <p:grpSpPr bwMode="auto">
          <a:xfrm>
            <a:off x="2897791" y="892489"/>
            <a:ext cx="714375" cy="714375"/>
            <a:chOff x="0" y="0"/>
            <a:chExt cx="714375" cy="714375"/>
          </a:xfrm>
        </p:grpSpPr>
        <p:sp>
          <p:nvSpPr>
            <p:cNvPr id="1260520628" name=""/>
            <p:cNvSpPr/>
            <p:nvPr/>
          </p:nvSpPr>
          <p:spPr bwMode="auto">
            <a:xfrm rot="0" flipH="0" flipV="0">
              <a:off x="0" y="476246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26737450" name=""/>
            <p:cNvSpPr/>
            <p:nvPr/>
          </p:nvSpPr>
          <p:spPr bwMode="auto">
            <a:xfrm rot="0" flipH="0" flipV="0">
              <a:off x="238124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13958411" name=""/>
            <p:cNvSpPr/>
            <p:nvPr/>
          </p:nvSpPr>
          <p:spPr bwMode="auto">
            <a:xfrm rot="0" flipH="0" flipV="0">
              <a:off x="476247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grpSp>
        <p:nvGrpSpPr>
          <p:cNvPr id="604928807" name=""/>
          <p:cNvGrpSpPr/>
          <p:nvPr/>
        </p:nvGrpSpPr>
        <p:grpSpPr bwMode="auto">
          <a:xfrm flipH="0" flipV="0">
            <a:off x="8931" y="3111287"/>
            <a:ext cx="511515" cy="3211038"/>
            <a:chOff x="0" y="0"/>
            <a:chExt cx="511515" cy="3211038"/>
          </a:xfrm>
        </p:grpSpPr>
        <p:sp>
          <p:nvSpPr>
            <p:cNvPr id="856714868" name=""/>
            <p:cNvSpPr/>
            <p:nvPr/>
          </p:nvSpPr>
          <p:spPr bwMode="auto">
            <a:xfrm rot="0" flipH="0" flipV="0">
              <a:off x="0" y="1070338"/>
              <a:ext cx="170505" cy="107033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41002247" name=""/>
            <p:cNvSpPr/>
            <p:nvPr/>
          </p:nvSpPr>
          <p:spPr bwMode="auto">
            <a:xfrm rot="0" flipH="0" flipV="0">
              <a:off x="170505" y="0"/>
              <a:ext cx="170505" cy="107033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49923855" name=""/>
            <p:cNvSpPr/>
            <p:nvPr/>
          </p:nvSpPr>
          <p:spPr bwMode="auto">
            <a:xfrm rot="0" flipH="0" flipV="0">
              <a:off x="341010" y="1070338"/>
              <a:ext cx="170505" cy="107033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0122336" name=""/>
            <p:cNvSpPr/>
            <p:nvPr/>
          </p:nvSpPr>
          <p:spPr bwMode="auto">
            <a:xfrm rot="0" flipH="0" flipV="0">
              <a:off x="170505" y="2140686"/>
              <a:ext cx="170505" cy="107033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66318830" name=""/>
          <p:cNvGrpSpPr/>
          <p:nvPr/>
        </p:nvGrpSpPr>
        <p:grpSpPr bwMode="auto">
          <a:xfrm flipH="0" flipV="0">
            <a:off x="2834127" y="525061"/>
            <a:ext cx="3480995" cy="1591632"/>
            <a:chOff x="0" y="0"/>
            <a:chExt cx="3480995" cy="1591632"/>
          </a:xfrm>
        </p:grpSpPr>
        <p:sp>
          <p:nvSpPr>
            <p:cNvPr id="1473888337" name=""/>
            <p:cNvSpPr/>
            <p:nvPr/>
          </p:nvSpPr>
          <p:spPr bwMode="auto">
            <a:xfrm rot="0" flipH="0" flipV="0">
              <a:off x="0" y="0"/>
              <a:ext cx="3480995" cy="1591632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354664832" name=""/>
            <p:cNvSpPr/>
            <p:nvPr/>
          </p:nvSpPr>
          <p:spPr bwMode="auto">
            <a:xfrm rot="0" flipH="0" flipV="0">
              <a:off x="235327" y="815329"/>
              <a:ext cx="3245662" cy="776298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grpSp>
        <p:nvGrpSpPr>
          <p:cNvPr id="571124655" name=""/>
          <p:cNvGrpSpPr/>
          <p:nvPr/>
        </p:nvGrpSpPr>
        <p:grpSpPr bwMode="auto">
          <a:xfrm flipH="0" flipV="0">
            <a:off x="9086904" y="1157673"/>
            <a:ext cx="2718612" cy="1243044"/>
            <a:chOff x="0" y="0"/>
            <a:chExt cx="2718612" cy="1243044"/>
          </a:xfrm>
        </p:grpSpPr>
        <p:sp>
          <p:nvSpPr>
            <p:cNvPr id="1635740569" name=""/>
            <p:cNvSpPr/>
            <p:nvPr/>
          </p:nvSpPr>
          <p:spPr bwMode="auto">
            <a:xfrm rot="0" flipH="0" flipV="0">
              <a:off x="0" y="0"/>
              <a:ext cx="2718612" cy="1243044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908035821" name=""/>
            <p:cNvSpPr/>
            <p:nvPr/>
          </p:nvSpPr>
          <p:spPr bwMode="auto">
            <a:xfrm rot="0" flipH="0" flipV="0">
              <a:off x="183789" y="636761"/>
              <a:ext cx="2534823" cy="606278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prstClr val="black">
                  <a:alpha val="40000"/>
                </a:prstClr>
              </a:outerShdw>
            </a:effectLst>
          </p:spPr>
        </p:sp>
      </p:grpSp>
      <p:grpSp>
        <p:nvGrpSpPr>
          <p:cNvPr id="157161529" name=""/>
          <p:cNvGrpSpPr/>
          <p:nvPr/>
        </p:nvGrpSpPr>
        <p:grpSpPr bwMode="auto">
          <a:xfrm flipH="0" flipV="0">
            <a:off x="7016161" y="185509"/>
            <a:ext cx="511515" cy="511515"/>
            <a:chOff x="0" y="0"/>
            <a:chExt cx="511515" cy="511515"/>
          </a:xfrm>
        </p:grpSpPr>
        <p:sp>
          <p:nvSpPr>
            <p:cNvPr id="1977806000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21313870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35368650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83844228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649366995" name=""/>
          <p:cNvGrpSpPr/>
          <p:nvPr/>
        </p:nvGrpSpPr>
        <p:grpSpPr bwMode="auto">
          <a:xfrm flipH="0" flipV="0">
            <a:off x="865296" y="142389"/>
            <a:ext cx="2105496" cy="962704"/>
            <a:chOff x="0" y="0"/>
            <a:chExt cx="2105496" cy="962704"/>
          </a:xfrm>
        </p:grpSpPr>
        <p:sp>
          <p:nvSpPr>
            <p:cNvPr id="1333599344" name=""/>
            <p:cNvSpPr/>
            <p:nvPr/>
          </p:nvSpPr>
          <p:spPr bwMode="auto">
            <a:xfrm rot="0" flipH="0" flipV="0">
              <a:off x="0" y="0"/>
              <a:ext cx="2105496" cy="962704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095302488" name=""/>
            <p:cNvSpPr/>
            <p:nvPr/>
          </p:nvSpPr>
          <p:spPr bwMode="auto">
            <a:xfrm rot="0" flipH="0" flipV="0">
              <a:off x="142338" y="493155"/>
              <a:ext cx="1963153" cy="469548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sp>
        <p:nvSpPr>
          <p:cNvPr id="350320657" name=""/>
          <p:cNvSpPr/>
          <p:nvPr/>
        </p:nvSpPr>
        <p:spPr bwMode="auto">
          <a:xfrm>
            <a:off x="1070345" y="4271212"/>
            <a:ext cx="1302797" cy="1421076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2055078288" name=""/>
          <p:cNvGrpSpPr/>
          <p:nvPr/>
        </p:nvGrpSpPr>
        <p:grpSpPr bwMode="auto">
          <a:xfrm rot="19308310" flipH="0" flipV="0">
            <a:off x="695876" y="4114145"/>
            <a:ext cx="901116" cy="1572687"/>
            <a:chOff x="0" y="0"/>
            <a:chExt cx="901116" cy="1572687"/>
          </a:xfrm>
        </p:grpSpPr>
        <p:sp>
          <p:nvSpPr>
            <p:cNvPr id="113857203" name=""/>
            <p:cNvSpPr/>
            <p:nvPr/>
          </p:nvSpPr>
          <p:spPr bwMode="auto">
            <a:xfrm>
              <a:off x="0" y="388"/>
              <a:ext cx="777627" cy="1572295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447536144" name=""/>
            <p:cNvSpPr/>
            <p:nvPr/>
          </p:nvSpPr>
          <p:spPr bwMode="auto">
            <a:xfrm rot="0" flipH="0" flipV="0">
              <a:off x="687100" y="0"/>
              <a:ext cx="214011" cy="398503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36566867" name=""/>
            <p:cNvSpPr/>
            <p:nvPr/>
          </p:nvSpPr>
          <p:spPr bwMode="auto">
            <a:xfrm rot="0" flipH="0" flipV="0">
              <a:off x="687100" y="1174179"/>
              <a:ext cx="214011" cy="398503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73546598" name=""/>
          <p:cNvSpPr/>
          <p:nvPr/>
        </p:nvSpPr>
        <p:spPr bwMode="auto">
          <a:xfrm flipH="1" flipV="0">
            <a:off x="9590526" y="3065985"/>
            <a:ext cx="975312" cy="1063863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1642039185" name=""/>
          <p:cNvGrpSpPr/>
          <p:nvPr/>
        </p:nvGrpSpPr>
        <p:grpSpPr bwMode="auto">
          <a:xfrm rot="10083219" flipH="0" flipV="0">
            <a:off x="9810114" y="2580229"/>
            <a:ext cx="718566" cy="1254096"/>
            <a:chOff x="0" y="0"/>
            <a:chExt cx="718566" cy="1254096"/>
          </a:xfrm>
        </p:grpSpPr>
        <p:sp>
          <p:nvSpPr>
            <p:cNvPr id="1969561316" name=""/>
            <p:cNvSpPr/>
            <p:nvPr/>
          </p:nvSpPr>
          <p:spPr bwMode="auto">
            <a:xfrm>
              <a:off x="0" y="309"/>
              <a:ext cx="620095" cy="1253782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673898281" name=""/>
            <p:cNvSpPr/>
            <p:nvPr/>
          </p:nvSpPr>
          <p:spPr bwMode="auto">
            <a:xfrm rot="0" flipH="0" flipV="0">
              <a:off x="547911" y="0"/>
              <a:ext cx="170658" cy="317774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26603133" name=""/>
            <p:cNvSpPr/>
            <p:nvPr/>
          </p:nvSpPr>
          <p:spPr bwMode="auto">
            <a:xfrm rot="0" flipH="0" flipV="0">
              <a:off x="547911" y="936315"/>
              <a:ext cx="170658" cy="317774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395785306" name=""/>
          <p:cNvSpPr/>
          <p:nvPr/>
        </p:nvSpPr>
        <p:spPr bwMode="auto">
          <a:xfrm rot="0" flipH="0" flipV="0">
            <a:off x="740226" y="6340590"/>
            <a:ext cx="371471" cy="523872"/>
          </a:xfrm>
          <a:prstGeom prst="parallelogram">
            <a:avLst>
              <a:gd name="adj" fmla="val 3611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3697900" name=""/>
          <p:cNvSpPr/>
          <p:nvPr/>
        </p:nvSpPr>
        <p:spPr bwMode="auto">
          <a:xfrm rot="0" flipH="0" flipV="0">
            <a:off x="325621" y="6340590"/>
            <a:ext cx="371471" cy="523872"/>
          </a:xfrm>
          <a:prstGeom prst="parallelogram">
            <a:avLst>
              <a:gd name="adj" fmla="val 3611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730155" name=""/>
          <p:cNvSpPr/>
          <p:nvPr/>
        </p:nvSpPr>
        <p:spPr bwMode="auto">
          <a:xfrm rot="1685424">
            <a:off x="10001723" y="4777776"/>
            <a:ext cx="1396994" cy="1476370"/>
          </a:xfrm>
          <a:custGeom>
            <a:avLst/>
            <a:gdLst/>
            <a:ahLst/>
            <a:cxnLst/>
            <a:rect l="0" t="0" r="r" b="b"/>
            <a:pathLst>
              <a:path w="1396998" h="1476374" fill="norm" stroke="1" extrusionOk="0">
                <a:moveTo>
                  <a:pt x="0" y="0"/>
                </a:moveTo>
                <a:cubicBezTo>
                  <a:pt x="0" y="0"/>
                  <a:pt x="1080696" y="0"/>
                  <a:pt x="1080696" y="0"/>
                </a:cubicBezTo>
                <a:cubicBezTo>
                  <a:pt x="1080696" y="0"/>
                  <a:pt x="1396997" y="297693"/>
                  <a:pt x="1396997" y="297693"/>
                </a:cubicBezTo>
                <a:cubicBezTo>
                  <a:pt x="1396997" y="297693"/>
                  <a:pt x="1396997" y="1476373"/>
                  <a:pt x="1396997" y="1476373"/>
                </a:cubicBezTo>
                <a:cubicBezTo>
                  <a:pt x="1396997" y="1476373"/>
                  <a:pt x="0" y="1476373"/>
                  <a:pt x="0" y="1476373"/>
                </a:cubicBezTo>
                <a:cubicBezTo>
                  <a:pt x="0" y="1476373"/>
                  <a:pt x="0" y="0"/>
                  <a:pt x="0" y="0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</p:spPr>
      </p:sp>
      <p:grpSp>
        <p:nvGrpSpPr>
          <p:cNvPr id="2032496958" name=""/>
          <p:cNvGrpSpPr/>
          <p:nvPr/>
        </p:nvGrpSpPr>
        <p:grpSpPr bwMode="auto">
          <a:xfrm rot="1546195">
            <a:off x="9827910" y="4789574"/>
            <a:ext cx="1396998" cy="1476371"/>
            <a:chOff x="0" y="0"/>
            <a:chExt cx="1396998" cy="1476371"/>
          </a:xfrm>
        </p:grpSpPr>
        <p:grpSp>
          <p:nvGrpSpPr>
            <p:cNvPr id="1467041002" name=""/>
            <p:cNvGrpSpPr/>
            <p:nvPr/>
          </p:nvGrpSpPr>
          <p:grpSpPr bwMode="auto">
            <a:xfrm>
              <a:off x="0" y="0"/>
              <a:ext cx="1396998" cy="1476371"/>
              <a:chOff x="0" y="0"/>
              <a:chExt cx="1396998" cy="1476371"/>
            </a:xfrm>
          </p:grpSpPr>
          <p:sp>
            <p:nvSpPr>
              <p:cNvPr id="192016780" name=""/>
              <p:cNvSpPr/>
              <p:nvPr/>
            </p:nvSpPr>
            <p:spPr bwMode="auto">
              <a:xfrm>
                <a:off x="0" y="0"/>
                <a:ext cx="1396998" cy="1476371"/>
              </a:xfrm>
              <a:custGeom>
                <a:avLst/>
                <a:gdLst/>
                <a:ahLst/>
                <a:cxnLst/>
                <a:rect l="0" t="0" r="r" b="b"/>
                <a:pathLst>
                  <a:path w="1396999" h="1476375" fill="norm" stroke="1" extrusionOk="0">
                    <a:moveTo>
                      <a:pt x="0" y="0"/>
                    </a:moveTo>
                    <a:cubicBezTo>
                      <a:pt x="0" y="0"/>
                      <a:pt x="1080697" y="0"/>
                      <a:pt x="1080697" y="0"/>
                    </a:cubicBezTo>
                    <a:cubicBezTo>
                      <a:pt x="1080697" y="0"/>
                      <a:pt x="1396998" y="297694"/>
                      <a:pt x="1396998" y="297694"/>
                    </a:cubicBezTo>
                    <a:cubicBezTo>
                      <a:pt x="1396998" y="297694"/>
                      <a:pt x="1396998" y="1476374"/>
                      <a:pt x="1396998" y="1476374"/>
                    </a:cubicBezTo>
                    <a:cubicBezTo>
                      <a:pt x="1396998" y="1476374"/>
                      <a:pt x="0" y="1476374"/>
                      <a:pt x="0" y="1476374"/>
                    </a:cubicBezTo>
                    <a:cubicBezTo>
                      <a:pt x="0" y="147637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</p:sp>
          <p:sp>
            <p:nvSpPr>
              <p:cNvPr id="1744633153" name=""/>
              <p:cNvSpPr/>
              <p:nvPr/>
            </p:nvSpPr>
            <p:spPr bwMode="auto">
              <a:xfrm rot="0" flipH="0" flipV="0">
                <a:off x="1091232" y="41985"/>
                <a:ext cx="270486" cy="257526"/>
              </a:xfrm>
              <a:custGeom>
                <a:avLst/>
                <a:gdLst/>
                <a:ahLst/>
                <a:cxnLst/>
                <a:rect l="0" t="0" r="r" b="b"/>
                <a:pathLst>
                  <a:path w="43200" h="43200" fill="norm" stroke="1" extrusionOk="0">
                    <a:moveTo>
                      <a:pt x="0" y="43200"/>
                    </a:moveTo>
                    <a:lnTo>
                      <a:pt x="892" y="0"/>
                    </a:lnTo>
                    <a:lnTo>
                      <a:pt x="43200" y="40572"/>
                    </a:lnTo>
                    <a:lnTo>
                      <a:pt x="0" y="43200"/>
                    </a:lnTo>
                    <a:close/>
                  </a:path>
                </a:pathLst>
              </a:custGeom>
              <a:solidFill>
                <a:schemeClr val="bg1"/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874169131" name=""/>
            <p:cNvGrpSpPr/>
            <p:nvPr/>
          </p:nvGrpSpPr>
          <p:grpSpPr bwMode="auto">
            <a:xfrm rot="0" flipH="0" flipV="0">
              <a:off x="230768" y="260006"/>
              <a:ext cx="935449" cy="956352"/>
              <a:chOff x="0" y="0"/>
              <a:chExt cx="935449" cy="956352"/>
            </a:xfrm>
          </p:grpSpPr>
          <p:sp>
            <p:nvSpPr>
              <p:cNvPr id="1635995407" name=""/>
              <p:cNvSpPr/>
              <p:nvPr/>
            </p:nvSpPr>
            <p:spPr bwMode="auto">
              <a:xfrm rot="0" flipH="0" flipV="0">
                <a:off x="198515" y="67673"/>
                <a:ext cx="66169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/>
              </a:p>
            </p:txBody>
          </p:sp>
          <p:sp>
            <p:nvSpPr>
              <p:cNvPr id="1145667436" name=""/>
              <p:cNvSpPr/>
              <p:nvPr/>
            </p:nvSpPr>
            <p:spPr bwMode="auto">
              <a:xfrm rot="0" flipH="0" flipV="0">
                <a:off x="264690" y="0"/>
                <a:ext cx="406062" cy="67673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49419113" name=""/>
              <p:cNvSpPr/>
              <p:nvPr/>
            </p:nvSpPr>
            <p:spPr bwMode="auto">
              <a:xfrm rot="0" flipH="0" flipV="0">
                <a:off x="670756" y="67673"/>
                <a:ext cx="66169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4255275" name=""/>
              <p:cNvSpPr/>
              <p:nvPr/>
            </p:nvSpPr>
            <p:spPr bwMode="auto">
              <a:xfrm rot="0" flipH="0" flipV="0">
                <a:off x="736930" y="133848"/>
                <a:ext cx="66169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0140650" name=""/>
              <p:cNvSpPr/>
              <p:nvPr/>
            </p:nvSpPr>
            <p:spPr bwMode="auto">
              <a:xfrm rot="0" flipH="0" flipV="0">
                <a:off x="132345" y="133848"/>
                <a:ext cx="66169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50166165" name=""/>
              <p:cNvSpPr/>
              <p:nvPr/>
            </p:nvSpPr>
            <p:spPr bwMode="auto">
              <a:xfrm rot="0" flipH="0" flipV="0">
                <a:off x="66169" y="200020"/>
                <a:ext cx="66169" cy="15031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84576520" name=""/>
              <p:cNvSpPr/>
              <p:nvPr/>
            </p:nvSpPr>
            <p:spPr bwMode="auto">
              <a:xfrm rot="0" flipH="0" flipV="0">
                <a:off x="803106" y="200020"/>
                <a:ext cx="66169" cy="15031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14390450" name=""/>
              <p:cNvSpPr/>
              <p:nvPr/>
            </p:nvSpPr>
            <p:spPr bwMode="auto">
              <a:xfrm rot="0" flipH="0" flipV="0">
                <a:off x="869276" y="350343"/>
                <a:ext cx="66169" cy="255663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75107809" name=""/>
              <p:cNvSpPr/>
              <p:nvPr/>
            </p:nvSpPr>
            <p:spPr bwMode="auto">
              <a:xfrm rot="0" flipH="0" flipV="0">
                <a:off x="0" y="350343"/>
                <a:ext cx="66169" cy="255663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60703981" name=""/>
              <p:cNvSpPr/>
              <p:nvPr/>
            </p:nvSpPr>
            <p:spPr bwMode="auto">
              <a:xfrm rot="0" flipH="0" flipV="0">
                <a:off x="66169" y="606008"/>
                <a:ext cx="66169" cy="15031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94445592" name=""/>
              <p:cNvSpPr/>
              <p:nvPr/>
            </p:nvSpPr>
            <p:spPr bwMode="auto">
              <a:xfrm rot="0" flipH="0" flipV="0">
                <a:off x="803106" y="606008"/>
                <a:ext cx="66169" cy="15031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58417564" name=""/>
              <p:cNvSpPr/>
              <p:nvPr/>
            </p:nvSpPr>
            <p:spPr bwMode="auto">
              <a:xfrm rot="0" flipH="0" flipV="0">
                <a:off x="736930" y="756327"/>
                <a:ext cx="66169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63754378" name=""/>
              <p:cNvSpPr/>
              <p:nvPr/>
            </p:nvSpPr>
            <p:spPr bwMode="auto">
              <a:xfrm rot="0" flipH="0" flipV="0">
                <a:off x="136595" y="756327"/>
                <a:ext cx="66169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35476454" name=""/>
              <p:cNvSpPr/>
              <p:nvPr/>
            </p:nvSpPr>
            <p:spPr bwMode="auto">
              <a:xfrm rot="0" flipH="0" flipV="0">
                <a:off x="605055" y="822501"/>
                <a:ext cx="131870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81945789" name=""/>
              <p:cNvSpPr/>
              <p:nvPr/>
            </p:nvSpPr>
            <p:spPr bwMode="auto">
              <a:xfrm rot="0" flipH="0" flipV="0">
                <a:off x="202770" y="822501"/>
                <a:ext cx="131870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81029366" name=""/>
              <p:cNvSpPr/>
              <p:nvPr/>
            </p:nvSpPr>
            <p:spPr bwMode="auto">
              <a:xfrm rot="0" flipH="0" flipV="0">
                <a:off x="334647" y="888678"/>
                <a:ext cx="270408" cy="67673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3929163" name=""/>
              <p:cNvSpPr/>
              <p:nvPr/>
            </p:nvSpPr>
            <p:spPr bwMode="auto">
              <a:xfrm rot="0" flipH="0" flipV="0">
                <a:off x="330867" y="276822"/>
                <a:ext cx="66169" cy="20134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14631664" name=""/>
              <p:cNvSpPr/>
              <p:nvPr/>
            </p:nvSpPr>
            <p:spPr bwMode="auto">
              <a:xfrm rot="0" flipH="0" flipV="0">
                <a:off x="538409" y="276822"/>
                <a:ext cx="66169" cy="20134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8794785" name=""/>
              <p:cNvSpPr/>
              <p:nvPr/>
            </p:nvSpPr>
            <p:spPr bwMode="auto">
              <a:xfrm rot="0" flipH="0" flipV="0">
                <a:off x="334647" y="617450"/>
                <a:ext cx="270408" cy="67673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33943785" name=""/>
              <p:cNvSpPr/>
              <p:nvPr/>
            </p:nvSpPr>
            <p:spPr bwMode="auto">
              <a:xfrm rot="0" flipH="0" flipV="0">
                <a:off x="268706" y="551277"/>
                <a:ext cx="66169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1984210" name=""/>
              <p:cNvSpPr/>
              <p:nvPr/>
            </p:nvSpPr>
            <p:spPr bwMode="auto">
              <a:xfrm rot="0" flipH="0" flipV="0">
                <a:off x="604584" y="551277"/>
                <a:ext cx="66169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grpSp>
        <p:nvGrpSpPr>
          <p:cNvPr id="2116187791" name=""/>
          <p:cNvGrpSpPr/>
          <p:nvPr/>
        </p:nvGrpSpPr>
        <p:grpSpPr bwMode="auto">
          <a:xfrm rot="16199932">
            <a:off x="10967782" y="16004"/>
            <a:ext cx="714375" cy="714375"/>
            <a:chOff x="0" y="0"/>
            <a:chExt cx="714375" cy="714375"/>
          </a:xfrm>
        </p:grpSpPr>
        <p:sp>
          <p:nvSpPr>
            <p:cNvPr id="1215690826" name=""/>
            <p:cNvSpPr/>
            <p:nvPr/>
          </p:nvSpPr>
          <p:spPr bwMode="auto">
            <a:xfrm rot="0" flipH="0" flipV="0">
              <a:off x="0" y="476245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25460087" name=""/>
            <p:cNvSpPr/>
            <p:nvPr/>
          </p:nvSpPr>
          <p:spPr bwMode="auto">
            <a:xfrm rot="0" flipH="0" flipV="0">
              <a:off x="238123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50425860" name=""/>
            <p:cNvSpPr/>
            <p:nvPr/>
          </p:nvSpPr>
          <p:spPr bwMode="auto">
            <a:xfrm rot="0" flipH="0" flipV="0">
              <a:off x="476246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grpSp>
        <p:nvGrpSpPr>
          <p:cNvPr id="178478837" name=""/>
          <p:cNvGrpSpPr/>
          <p:nvPr/>
        </p:nvGrpSpPr>
        <p:grpSpPr bwMode="auto">
          <a:xfrm flipH="0" flipV="0">
            <a:off x="10668840" y="2714230"/>
            <a:ext cx="1536021" cy="1351359"/>
            <a:chOff x="0" y="0"/>
            <a:chExt cx="1536021" cy="1351359"/>
          </a:xfrm>
        </p:grpSpPr>
        <p:sp>
          <p:nvSpPr>
            <p:cNvPr id="339555941" name=""/>
            <p:cNvSpPr/>
            <p:nvPr/>
          </p:nvSpPr>
          <p:spPr bwMode="auto">
            <a:xfrm>
              <a:off x="0" y="0"/>
              <a:ext cx="1536021" cy="1351359"/>
            </a:xfrm>
            <a:custGeom>
              <a:avLst/>
              <a:gdLst/>
              <a:ahLst/>
              <a:cxnLst/>
              <a:rect l="0" t="0" r="r" b="b"/>
              <a:pathLst>
                <a:path w="1809131" h="1591634" fill="norm" stroke="1" extrusionOk="0">
                  <a:moveTo>
                    <a:pt x="1326610" y="0"/>
                  </a:moveTo>
                  <a:cubicBezTo>
                    <a:pt x="1326610" y="0"/>
                    <a:pt x="1531244" y="0"/>
                    <a:pt x="1531244" y="0"/>
                  </a:cubicBezTo>
                  <a:cubicBezTo>
                    <a:pt x="1531244" y="0"/>
                    <a:pt x="1531244" y="204633"/>
                    <a:pt x="1531244" y="204633"/>
                  </a:cubicBezTo>
                  <a:cubicBezTo>
                    <a:pt x="1531244" y="204633"/>
                    <a:pt x="1756847" y="204633"/>
                    <a:pt x="1756847" y="204633"/>
                  </a:cubicBezTo>
                  <a:cubicBezTo>
                    <a:pt x="1756847" y="204633"/>
                    <a:pt x="1756847" y="409265"/>
                    <a:pt x="1756847" y="409265"/>
                  </a:cubicBezTo>
                  <a:cubicBezTo>
                    <a:pt x="1756847" y="409265"/>
                    <a:pt x="1085534" y="409265"/>
                    <a:pt x="1085534" y="409265"/>
                  </a:cubicBezTo>
                  <a:cubicBezTo>
                    <a:pt x="1085534" y="409265"/>
                    <a:pt x="1085534" y="204633"/>
                    <a:pt x="1085534" y="204633"/>
                  </a:cubicBezTo>
                  <a:cubicBezTo>
                    <a:pt x="1085534" y="204633"/>
                    <a:pt x="1326610" y="204633"/>
                    <a:pt x="1326610" y="204633"/>
                  </a:cubicBezTo>
                  <a:cubicBezTo>
                    <a:pt x="1326610" y="204633"/>
                    <a:pt x="1326610" y="0"/>
                    <a:pt x="1326610" y="0"/>
                  </a:cubicBezTo>
                  <a:close/>
                  <a:moveTo>
                    <a:pt x="883452" y="409273"/>
                  </a:moveTo>
                  <a:cubicBezTo>
                    <a:pt x="883452" y="409273"/>
                    <a:pt x="1809131" y="409273"/>
                    <a:pt x="1809131" y="409273"/>
                  </a:cubicBezTo>
                  <a:cubicBezTo>
                    <a:pt x="1809131" y="409273"/>
                    <a:pt x="1809130" y="1591633"/>
                    <a:pt x="1809130" y="1591633"/>
                  </a:cubicBezTo>
                  <a:cubicBezTo>
                    <a:pt x="1809130" y="1591633"/>
                    <a:pt x="712994" y="1591633"/>
                    <a:pt x="712994" y="1591633"/>
                  </a:cubicBezTo>
                  <a:cubicBezTo>
                    <a:pt x="712994" y="1591633"/>
                    <a:pt x="712997" y="1432449"/>
                    <a:pt x="712997" y="1432449"/>
                  </a:cubicBezTo>
                  <a:cubicBezTo>
                    <a:pt x="712997" y="1432449"/>
                    <a:pt x="0" y="1432449"/>
                    <a:pt x="0" y="1432449"/>
                  </a:cubicBezTo>
                  <a:cubicBezTo>
                    <a:pt x="0" y="1432449"/>
                    <a:pt x="0" y="1227814"/>
                    <a:pt x="0" y="1227814"/>
                  </a:cubicBezTo>
                  <a:cubicBezTo>
                    <a:pt x="0" y="1227814"/>
                    <a:pt x="212134" y="1227814"/>
                    <a:pt x="212134" y="1227814"/>
                  </a:cubicBezTo>
                  <a:cubicBezTo>
                    <a:pt x="212134" y="1227814"/>
                    <a:pt x="212134" y="1023180"/>
                    <a:pt x="212134" y="1023180"/>
                  </a:cubicBezTo>
                  <a:cubicBezTo>
                    <a:pt x="212134" y="1023180"/>
                    <a:pt x="414223" y="1023180"/>
                    <a:pt x="414223" y="1023180"/>
                  </a:cubicBezTo>
                  <a:cubicBezTo>
                    <a:pt x="414223" y="1023180"/>
                    <a:pt x="414223" y="818545"/>
                    <a:pt x="414223" y="818545"/>
                  </a:cubicBezTo>
                  <a:cubicBezTo>
                    <a:pt x="414223" y="818545"/>
                    <a:pt x="712994" y="818545"/>
                    <a:pt x="712994" y="818545"/>
                  </a:cubicBezTo>
                  <a:cubicBezTo>
                    <a:pt x="712994" y="818545"/>
                    <a:pt x="712994" y="613911"/>
                    <a:pt x="712994" y="613911"/>
                  </a:cubicBezTo>
                  <a:cubicBezTo>
                    <a:pt x="712994" y="613911"/>
                    <a:pt x="883452" y="613911"/>
                    <a:pt x="883452" y="613911"/>
                  </a:cubicBezTo>
                  <a:cubicBezTo>
                    <a:pt x="883452" y="613911"/>
                    <a:pt x="883452" y="409273"/>
                    <a:pt x="883452" y="40927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</p:sp>
        <p:sp>
          <p:nvSpPr>
            <p:cNvPr id="1204598660" name=""/>
            <p:cNvSpPr/>
            <p:nvPr/>
          </p:nvSpPr>
          <p:spPr bwMode="auto">
            <a:xfrm>
              <a:off x="188249" y="684073"/>
              <a:ext cx="1347768" cy="659107"/>
            </a:xfrm>
            <a:custGeom>
              <a:avLst/>
              <a:gdLst/>
              <a:ahLst/>
              <a:cxnLst/>
              <a:rect l="0" t="0" r="r" b="b"/>
              <a:pathLst>
                <a:path w="1587407" h="776302" fill="norm" stroke="1" extrusionOk="0">
                  <a:moveTo>
                    <a:pt x="960781" y="0"/>
                  </a:moveTo>
                  <a:cubicBezTo>
                    <a:pt x="960781" y="0"/>
                    <a:pt x="1177614" y="0"/>
                    <a:pt x="1177614" y="0"/>
                  </a:cubicBezTo>
                  <a:cubicBezTo>
                    <a:pt x="1177614" y="0"/>
                    <a:pt x="1177614" y="181348"/>
                    <a:pt x="1177614" y="181348"/>
                  </a:cubicBezTo>
                  <a:cubicBezTo>
                    <a:pt x="1177614" y="181348"/>
                    <a:pt x="1303868" y="181348"/>
                    <a:pt x="1303868" y="181348"/>
                  </a:cubicBezTo>
                  <a:cubicBezTo>
                    <a:pt x="1303868" y="181348"/>
                    <a:pt x="1303868" y="374334"/>
                    <a:pt x="1303868" y="374334"/>
                  </a:cubicBezTo>
                  <a:cubicBezTo>
                    <a:pt x="1303868" y="374334"/>
                    <a:pt x="1521740" y="374334"/>
                    <a:pt x="1521740" y="374334"/>
                  </a:cubicBezTo>
                  <a:cubicBezTo>
                    <a:pt x="1521740" y="374334"/>
                    <a:pt x="1521740" y="546608"/>
                    <a:pt x="1521740" y="546608"/>
                  </a:cubicBezTo>
                  <a:cubicBezTo>
                    <a:pt x="1521740" y="546608"/>
                    <a:pt x="1587406" y="546608"/>
                    <a:pt x="1587406" y="546608"/>
                  </a:cubicBezTo>
                  <a:cubicBezTo>
                    <a:pt x="1587406" y="546608"/>
                    <a:pt x="1587406" y="776302"/>
                    <a:pt x="1587406" y="776302"/>
                  </a:cubicBezTo>
                  <a:cubicBezTo>
                    <a:pt x="1587406" y="776302"/>
                    <a:pt x="0" y="776302"/>
                    <a:pt x="0" y="776302"/>
                  </a:cubicBezTo>
                  <a:cubicBezTo>
                    <a:pt x="0" y="776302"/>
                    <a:pt x="0" y="546608"/>
                    <a:pt x="0" y="546608"/>
                  </a:cubicBezTo>
                  <a:cubicBezTo>
                    <a:pt x="0" y="546608"/>
                    <a:pt x="315834" y="546601"/>
                    <a:pt x="315834" y="546601"/>
                  </a:cubicBezTo>
                  <a:cubicBezTo>
                    <a:pt x="315834" y="546601"/>
                    <a:pt x="315834" y="374334"/>
                    <a:pt x="315834" y="374334"/>
                  </a:cubicBezTo>
                  <a:cubicBezTo>
                    <a:pt x="315834" y="374334"/>
                    <a:pt x="834534" y="374334"/>
                    <a:pt x="834534" y="374334"/>
                  </a:cubicBezTo>
                  <a:cubicBezTo>
                    <a:pt x="834534" y="374334"/>
                    <a:pt x="834534" y="181348"/>
                    <a:pt x="834534" y="181348"/>
                  </a:cubicBezTo>
                  <a:cubicBezTo>
                    <a:pt x="834534" y="181348"/>
                    <a:pt x="960781" y="181344"/>
                    <a:pt x="960781" y="181344"/>
                  </a:cubicBezTo>
                  <a:cubicBezTo>
                    <a:pt x="960781" y="181344"/>
                    <a:pt x="960781" y="0"/>
                    <a:pt x="9607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</p:sp>
      </p:grpSp>
      <p:sp>
        <p:nvSpPr>
          <p:cNvPr id="997894344" name=""/>
          <p:cNvSpPr/>
          <p:nvPr/>
        </p:nvSpPr>
        <p:spPr bwMode="auto">
          <a:xfrm rot="0" flipH="0" flipV="0">
            <a:off x="11684268" y="702478"/>
            <a:ext cx="238122" cy="238122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8611903" name=""/>
          <p:cNvSpPr/>
          <p:nvPr/>
        </p:nvSpPr>
        <p:spPr bwMode="auto">
          <a:xfrm rot="0" flipH="0" flipV="0">
            <a:off x="11922392" y="904307"/>
            <a:ext cx="238122" cy="23812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9853874" name=""/>
          <p:cNvSpPr/>
          <p:nvPr/>
        </p:nvSpPr>
        <p:spPr bwMode="auto">
          <a:xfrm rot="2452144" flipH="0" flipV="0">
            <a:off x="10103820" y="82113"/>
            <a:ext cx="516621" cy="141502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358" y="3712"/>
                </a:moveTo>
                <a:cubicBezTo>
                  <a:pt x="19358" y="3712"/>
                  <a:pt x="31709" y="811"/>
                  <a:pt x="38709" y="55"/>
                </a:cubicBezTo>
                <a:cubicBezTo>
                  <a:pt x="38595" y="-55"/>
                  <a:pt x="43200" y="1132"/>
                  <a:pt x="43200" y="1132"/>
                </a:cubicBezTo>
                <a:cubicBezTo>
                  <a:pt x="43200" y="1132"/>
                  <a:pt x="37143" y="22423"/>
                  <a:pt x="37143" y="22423"/>
                </a:cubicBezTo>
                <a:cubicBezTo>
                  <a:pt x="37143" y="22423"/>
                  <a:pt x="16158" y="23607"/>
                  <a:pt x="16158" y="23607"/>
                </a:cubicBezTo>
                <a:cubicBezTo>
                  <a:pt x="16158" y="23607"/>
                  <a:pt x="5361" y="43072"/>
                  <a:pt x="5163" y="43199"/>
                </a:cubicBezTo>
                <a:cubicBezTo>
                  <a:pt x="5163" y="43200"/>
                  <a:pt x="0" y="19892"/>
                  <a:pt x="0" y="19892"/>
                </a:cubicBezTo>
                <a:cubicBezTo>
                  <a:pt x="0" y="19892"/>
                  <a:pt x="19358" y="19344"/>
                  <a:pt x="19358" y="19344"/>
                </a:cubicBezTo>
                <a:cubicBezTo>
                  <a:pt x="19358" y="19344"/>
                  <a:pt x="19358" y="3712"/>
                  <a:pt x="19358" y="3712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</p:spPr>
      </p:sp>
      <p:grpSp>
        <p:nvGrpSpPr>
          <p:cNvPr id="342388981" name=""/>
          <p:cNvGrpSpPr/>
          <p:nvPr/>
        </p:nvGrpSpPr>
        <p:grpSpPr bwMode="auto">
          <a:xfrm rot="2452144" flipH="0" flipV="0">
            <a:off x="9899010" y="-42401"/>
            <a:ext cx="582696" cy="1367225"/>
            <a:chOff x="0" y="0"/>
            <a:chExt cx="582696" cy="1367225"/>
          </a:xfrm>
        </p:grpSpPr>
        <p:sp>
          <p:nvSpPr>
            <p:cNvPr id="1234352602" name=""/>
            <p:cNvSpPr/>
            <p:nvPr/>
          </p:nvSpPr>
          <p:spPr bwMode="auto">
            <a:xfrm rot="0" flipH="0" flipV="0">
              <a:off x="66071" y="0"/>
              <a:ext cx="516621" cy="1367225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58" y="3712"/>
                  </a:moveTo>
                  <a:cubicBezTo>
                    <a:pt x="19358" y="3712"/>
                    <a:pt x="31709" y="811"/>
                    <a:pt x="38709" y="55"/>
                  </a:cubicBezTo>
                  <a:cubicBezTo>
                    <a:pt x="38595" y="-55"/>
                    <a:pt x="43200" y="1132"/>
                    <a:pt x="43200" y="1132"/>
                  </a:cubicBezTo>
                  <a:cubicBezTo>
                    <a:pt x="43200" y="1132"/>
                    <a:pt x="37143" y="22423"/>
                    <a:pt x="37143" y="22423"/>
                  </a:cubicBezTo>
                  <a:cubicBezTo>
                    <a:pt x="37143" y="22423"/>
                    <a:pt x="16158" y="23607"/>
                    <a:pt x="16158" y="23607"/>
                  </a:cubicBezTo>
                  <a:cubicBezTo>
                    <a:pt x="16158" y="23607"/>
                    <a:pt x="5361" y="43072"/>
                    <a:pt x="5163" y="43199"/>
                  </a:cubicBezTo>
                  <a:cubicBezTo>
                    <a:pt x="5163" y="43200"/>
                    <a:pt x="0" y="19892"/>
                    <a:pt x="0" y="19892"/>
                  </a:cubicBezTo>
                  <a:cubicBezTo>
                    <a:pt x="0" y="19892"/>
                    <a:pt x="19358" y="19344"/>
                    <a:pt x="19358" y="19344"/>
                  </a:cubicBezTo>
                  <a:cubicBezTo>
                    <a:pt x="19358" y="19344"/>
                    <a:pt x="19358" y="3712"/>
                    <a:pt x="19358" y="3712"/>
                  </a:cubicBezTo>
                  <a:close/>
                </a:path>
              </a:pathLst>
            </a:cu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  <p:sp>
          <p:nvSpPr>
            <p:cNvPr id="1298697433" name=""/>
            <p:cNvSpPr/>
            <p:nvPr/>
          </p:nvSpPr>
          <p:spPr bwMode="auto">
            <a:xfrm rot="0">
              <a:off x="0" y="10041"/>
              <a:ext cx="516627" cy="1347136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62" y="2530"/>
                  </a:moveTo>
                  <a:cubicBezTo>
                    <a:pt x="19362" y="2530"/>
                    <a:pt x="43200" y="0"/>
                    <a:pt x="43200" y="0"/>
                  </a:cubicBezTo>
                  <a:cubicBezTo>
                    <a:pt x="43200" y="0"/>
                    <a:pt x="37144" y="20880"/>
                    <a:pt x="37144" y="20880"/>
                  </a:cubicBezTo>
                  <a:cubicBezTo>
                    <a:pt x="37144" y="20880"/>
                    <a:pt x="16162" y="22043"/>
                    <a:pt x="16162" y="22043"/>
                  </a:cubicBezTo>
                  <a:cubicBezTo>
                    <a:pt x="16162" y="22043"/>
                    <a:pt x="10432" y="43072"/>
                    <a:pt x="10234" y="43199"/>
                  </a:cubicBezTo>
                  <a:cubicBezTo>
                    <a:pt x="10234" y="43200"/>
                    <a:pt x="0" y="18399"/>
                    <a:pt x="0" y="18399"/>
                  </a:cubicBezTo>
                  <a:cubicBezTo>
                    <a:pt x="0" y="18399"/>
                    <a:pt x="19362" y="17861"/>
                    <a:pt x="19362" y="17861"/>
                  </a:cubicBezTo>
                  <a:cubicBezTo>
                    <a:pt x="19362" y="17861"/>
                    <a:pt x="19362" y="2530"/>
                    <a:pt x="19362" y="2530"/>
                  </a:cubicBezTo>
                  <a:close/>
                </a:path>
              </a:pathLst>
            </a:custGeom>
            <a:solidFill>
              <a:srgbClr val="FFD966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</p:grpSp>
      <p:grpSp>
        <p:nvGrpSpPr>
          <p:cNvPr id="629027326" name=""/>
          <p:cNvGrpSpPr/>
          <p:nvPr/>
        </p:nvGrpSpPr>
        <p:grpSpPr bwMode="auto">
          <a:xfrm flipH="0" flipV="0">
            <a:off x="310459" y="2568987"/>
            <a:ext cx="2715095" cy="1241435"/>
            <a:chOff x="0" y="0"/>
            <a:chExt cx="2715095" cy="1241435"/>
          </a:xfrm>
        </p:grpSpPr>
        <p:sp>
          <p:nvSpPr>
            <p:cNvPr id="1854969131" name=""/>
            <p:cNvSpPr/>
            <p:nvPr/>
          </p:nvSpPr>
          <p:spPr bwMode="auto">
            <a:xfrm rot="0" flipH="0" flipV="0">
              <a:off x="0" y="0"/>
              <a:ext cx="2715095" cy="1241435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2700000" sx="100000" sy="100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221717891" name=""/>
            <p:cNvSpPr/>
            <p:nvPr/>
          </p:nvSpPr>
          <p:spPr bwMode="auto">
            <a:xfrm rot="0" flipH="0" flipV="0">
              <a:off x="183549" y="635940"/>
              <a:ext cx="2531542" cy="605494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2700000" sx="100000" sy="100000" algn="tl" rotWithShape="0">
                <a:prstClr val="black">
                  <a:alpha val="40000"/>
                </a:prstClr>
              </a:outerShdw>
            </a:effectLst>
          </p:spPr>
        </p:sp>
      </p:grpSp>
      <p:grpSp>
        <p:nvGrpSpPr>
          <p:cNvPr id="1069812871" name=""/>
          <p:cNvGrpSpPr/>
          <p:nvPr/>
        </p:nvGrpSpPr>
        <p:grpSpPr bwMode="auto">
          <a:xfrm flipH="0" flipV="0">
            <a:off x="11428510" y="6176037"/>
            <a:ext cx="511515" cy="511515"/>
            <a:chOff x="0" y="0"/>
            <a:chExt cx="511515" cy="511515"/>
          </a:xfrm>
        </p:grpSpPr>
        <p:sp>
          <p:nvSpPr>
            <p:cNvPr id="285253466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59794982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85351903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3751633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523149484" name=""/>
          <p:cNvGrpSpPr/>
          <p:nvPr/>
        </p:nvGrpSpPr>
        <p:grpSpPr bwMode="auto">
          <a:xfrm flipH="0" flipV="0">
            <a:off x="464877" y="907669"/>
            <a:ext cx="1697346" cy="1469088"/>
            <a:chOff x="0" y="0"/>
            <a:chExt cx="1697346" cy="1469088"/>
          </a:xfrm>
        </p:grpSpPr>
        <p:sp>
          <p:nvSpPr>
            <p:cNvPr id="231139105" name=""/>
            <p:cNvSpPr/>
            <p:nvPr/>
          </p:nvSpPr>
          <p:spPr bwMode="auto">
            <a:xfrm rot="19628502" flipH="0" flipV="0">
              <a:off x="479817" y="182376"/>
              <a:ext cx="1217529" cy="1286707"/>
            </a:xfrm>
            <a:custGeom>
              <a:avLst/>
              <a:gdLst/>
              <a:ahLst/>
              <a:cxnLst/>
              <a:rect l="0" t="0" r="r" b="b"/>
              <a:pathLst>
                <a:path w="1396999" h="1476375" fill="norm" stroke="1" extrusionOk="0">
                  <a:moveTo>
                    <a:pt x="0" y="0"/>
                  </a:moveTo>
                  <a:cubicBezTo>
                    <a:pt x="0" y="0"/>
                    <a:pt x="1080697" y="0"/>
                    <a:pt x="1080697" y="0"/>
                  </a:cubicBezTo>
                  <a:cubicBezTo>
                    <a:pt x="1080697" y="0"/>
                    <a:pt x="1396998" y="297694"/>
                    <a:pt x="1396998" y="297694"/>
                  </a:cubicBezTo>
                  <a:cubicBezTo>
                    <a:pt x="1396998" y="297694"/>
                    <a:pt x="1396998" y="1476374"/>
                    <a:pt x="1396998" y="1476374"/>
                  </a:cubicBezTo>
                  <a:cubicBezTo>
                    <a:pt x="1396998" y="1476374"/>
                    <a:pt x="0" y="1476374"/>
                    <a:pt x="0" y="1476374"/>
                  </a:cubicBezTo>
                  <a:cubicBezTo>
                    <a:pt x="0" y="1476374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38099" cap="flat" cmpd="sng" algn="ctr">
              <a:noFill/>
              <a:prstDash val="solid"/>
              <a:miter lim="800000"/>
            </a:ln>
          </p:spPr>
          <p:txBody>
            <a:bodyPr/>
            <a:p>
              <a:pPr>
                <a:defRPr/>
              </a:pPr>
              <a:endParaRPr/>
            </a:p>
          </p:txBody>
        </p:sp>
        <p:grpSp>
          <p:nvGrpSpPr>
            <p:cNvPr id="665670994" name=""/>
            <p:cNvGrpSpPr/>
            <p:nvPr/>
          </p:nvGrpSpPr>
          <p:grpSpPr bwMode="auto">
            <a:xfrm flipH="0" flipV="0">
              <a:off x="0" y="0"/>
              <a:ext cx="1369359" cy="1447164"/>
              <a:chOff x="0" y="0"/>
              <a:chExt cx="1369359" cy="1447164"/>
            </a:xfrm>
          </p:grpSpPr>
          <p:grpSp>
            <p:nvGrpSpPr>
              <p:cNvPr id="1122202473" name=""/>
              <p:cNvGrpSpPr/>
              <p:nvPr/>
            </p:nvGrpSpPr>
            <p:grpSpPr bwMode="auto">
              <a:xfrm rot="19628502" flipH="0" flipV="0">
                <a:off x="0" y="0"/>
                <a:ext cx="1369359" cy="1447164"/>
                <a:chOff x="0" y="0"/>
                <a:chExt cx="1369359" cy="1447164"/>
              </a:xfrm>
            </p:grpSpPr>
            <p:sp>
              <p:nvSpPr>
                <p:cNvPr id="1950852081" name=""/>
                <p:cNvSpPr/>
                <p:nvPr/>
              </p:nvSpPr>
              <p:spPr bwMode="auto">
                <a:xfrm>
                  <a:off x="0" y="0"/>
                  <a:ext cx="1369359" cy="14471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96999" h="1476375" fill="norm" stroke="1" extrusionOk="0">
                      <a:moveTo>
                        <a:pt x="0" y="0"/>
                      </a:moveTo>
                      <a:cubicBezTo>
                        <a:pt x="0" y="0"/>
                        <a:pt x="1080697" y="0"/>
                        <a:pt x="1080697" y="0"/>
                      </a:cubicBezTo>
                      <a:cubicBezTo>
                        <a:pt x="1080697" y="0"/>
                        <a:pt x="1396998" y="297694"/>
                        <a:pt x="1396998" y="297694"/>
                      </a:cubicBezTo>
                      <a:cubicBezTo>
                        <a:pt x="1396998" y="297694"/>
                        <a:pt x="1396998" y="1476374"/>
                        <a:pt x="1396998" y="1476374"/>
                      </a:cubicBezTo>
                      <a:cubicBezTo>
                        <a:pt x="1396998" y="1476374"/>
                        <a:pt x="0" y="1476374"/>
                        <a:pt x="0" y="1476374"/>
                      </a:cubicBezTo>
                      <a:cubicBezTo>
                        <a:pt x="0" y="1476374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>
                    <a:lumMod val="40000"/>
                    <a:lumOff val="60000"/>
                  </a:schemeClr>
                </a:solidFill>
                <a:ln w="38099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</p:sp>
            <p:sp>
              <p:nvSpPr>
                <p:cNvPr id="1836586597" name=""/>
                <p:cNvSpPr/>
                <p:nvPr/>
              </p:nvSpPr>
              <p:spPr bwMode="auto">
                <a:xfrm rot="0" flipH="0" flipV="0">
                  <a:off x="1069641" y="41157"/>
                  <a:ext cx="265131" cy="25242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0" y="43200"/>
                      </a:moveTo>
                      <a:lnTo>
                        <a:pt x="892" y="0"/>
                      </a:lnTo>
                      <a:lnTo>
                        <a:pt x="43200" y="40572"/>
                      </a:lnTo>
                      <a:lnTo>
                        <a:pt x="0" y="4320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8099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sp>
            <p:nvSpPr>
              <p:cNvPr id="878151451" name=""/>
              <p:cNvSpPr/>
              <p:nvPr/>
            </p:nvSpPr>
            <p:spPr bwMode="auto">
              <a:xfrm rot="19631286" flipH="0" flipV="0">
                <a:off x="94149" y="201361"/>
                <a:ext cx="1044549" cy="951057"/>
              </a:xfrm>
              <a:prstGeom prst="star5">
                <a:avLst>
                  <a:gd name="adj" fmla="val 22949"/>
                  <a:gd name="hf" fmla="val 105146"/>
                  <a:gd name="vf" fmla="val 110557"/>
                </a:avLst>
              </a:prstGeom>
              <a:solidFill>
                <a:srgbClr val="FFD966"/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1175527511" name=""/>
          <p:cNvSpPr/>
          <p:nvPr/>
        </p:nvSpPr>
        <p:spPr bwMode="auto">
          <a:xfrm flipH="0" flipV="0">
            <a:off x="6061071" y="6032925"/>
            <a:ext cx="2876341" cy="528430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grpSp>
        <p:nvGrpSpPr>
          <p:cNvPr id="1835999500" name=""/>
          <p:cNvGrpSpPr/>
          <p:nvPr/>
        </p:nvGrpSpPr>
        <p:grpSpPr bwMode="auto">
          <a:xfrm flipH="0" flipV="0">
            <a:off x="1345617" y="5831915"/>
            <a:ext cx="511515" cy="511515"/>
            <a:chOff x="0" y="0"/>
            <a:chExt cx="511515" cy="511515"/>
          </a:xfrm>
        </p:grpSpPr>
        <p:sp>
          <p:nvSpPr>
            <p:cNvPr id="375381531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78807881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55730763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9535262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548352039" name=""/>
          <p:cNvGrpSpPr/>
          <p:nvPr/>
        </p:nvGrpSpPr>
        <p:grpSpPr bwMode="auto">
          <a:xfrm flipH="0" flipV="0">
            <a:off x="245088" y="287804"/>
            <a:ext cx="511515" cy="511515"/>
            <a:chOff x="0" y="0"/>
            <a:chExt cx="511515" cy="511515"/>
          </a:xfrm>
        </p:grpSpPr>
        <p:sp>
          <p:nvSpPr>
            <p:cNvPr id="2098944410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8679247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53555379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22430852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900809547" name=""/>
          <p:cNvSpPr/>
          <p:nvPr/>
        </p:nvSpPr>
        <p:spPr bwMode="auto">
          <a:xfrm flipH="0" flipV="0">
            <a:off x="5083976" y="616429"/>
            <a:ext cx="1487792" cy="273330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64498866" name=""/>
          <p:cNvSpPr/>
          <p:nvPr/>
        </p:nvSpPr>
        <p:spPr bwMode="auto">
          <a:xfrm rot="13903070" flipH="1" flipV="0">
            <a:off x="7927705" y="318476"/>
            <a:ext cx="621428" cy="677847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1735685207" name=""/>
          <p:cNvGrpSpPr/>
          <p:nvPr/>
        </p:nvGrpSpPr>
        <p:grpSpPr bwMode="auto">
          <a:xfrm rot="5399942" flipH="0" flipV="0">
            <a:off x="8181505" y="167274"/>
            <a:ext cx="513882" cy="896859"/>
            <a:chOff x="0" y="0"/>
            <a:chExt cx="513882" cy="896859"/>
          </a:xfrm>
        </p:grpSpPr>
        <p:sp>
          <p:nvSpPr>
            <p:cNvPr id="90343349" name=""/>
            <p:cNvSpPr/>
            <p:nvPr/>
          </p:nvSpPr>
          <p:spPr bwMode="auto">
            <a:xfrm>
              <a:off x="0" y="220"/>
              <a:ext cx="443457" cy="896636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669929498" name=""/>
            <p:cNvSpPr/>
            <p:nvPr/>
          </p:nvSpPr>
          <p:spPr bwMode="auto">
            <a:xfrm rot="0" flipH="0" flipV="0">
              <a:off x="391833" y="0"/>
              <a:ext cx="122041" cy="227253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08683106" name=""/>
            <p:cNvSpPr/>
            <p:nvPr/>
          </p:nvSpPr>
          <p:spPr bwMode="auto">
            <a:xfrm rot="0" flipH="0" flipV="0">
              <a:off x="391833" y="669601"/>
              <a:ext cx="122041" cy="227253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283535359" name=""/>
          <p:cNvGrpSpPr/>
          <p:nvPr/>
        </p:nvGrpSpPr>
        <p:grpSpPr bwMode="auto">
          <a:xfrm>
            <a:off x="10886589" y="863562"/>
            <a:ext cx="724851" cy="693505"/>
            <a:chOff x="0" y="0"/>
            <a:chExt cx="724851" cy="693505"/>
          </a:xfrm>
        </p:grpSpPr>
        <p:sp>
          <p:nvSpPr>
            <p:cNvPr id="1102925155" name=""/>
            <p:cNvSpPr/>
            <p:nvPr/>
          </p:nvSpPr>
          <p:spPr bwMode="auto">
            <a:xfrm rot="1070892" flipH="0" flipV="0">
              <a:off x="183887" y="198414"/>
              <a:ext cx="540957" cy="495091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1190683565" name=""/>
            <p:cNvGrpSpPr/>
            <p:nvPr/>
          </p:nvGrpSpPr>
          <p:grpSpPr bwMode="auto">
            <a:xfrm rot="663311" flipH="0" flipV="0">
              <a:off x="0" y="0"/>
              <a:ext cx="628023" cy="581787"/>
              <a:chOff x="0" y="0"/>
              <a:chExt cx="628023" cy="581787"/>
            </a:xfrm>
          </p:grpSpPr>
          <p:sp>
            <p:nvSpPr>
              <p:cNvPr id="911477126" name=""/>
              <p:cNvSpPr/>
              <p:nvPr/>
            </p:nvSpPr>
            <p:spPr bwMode="auto">
              <a:xfrm>
                <a:off x="43344" y="43344"/>
                <a:ext cx="540957" cy="495091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1634271065" name=""/>
              <p:cNvSpPr/>
              <p:nvPr/>
            </p:nvSpPr>
            <p:spPr bwMode="auto">
              <a:xfrm>
                <a:off x="120397" y="140634"/>
                <a:ext cx="85422" cy="86692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2122146542" name=""/>
              <p:cNvSpPr/>
              <p:nvPr/>
            </p:nvSpPr>
            <p:spPr bwMode="auto">
              <a:xfrm>
                <a:off x="260084" y="89532"/>
                <a:ext cx="324587" cy="448903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1656261540" name=""/>
              <p:cNvGrpSpPr/>
              <p:nvPr/>
            </p:nvGrpSpPr>
            <p:grpSpPr bwMode="auto">
              <a:xfrm flipH="0" flipV="0">
                <a:off x="0" y="0"/>
                <a:ext cx="628023" cy="581787"/>
                <a:chOff x="0" y="0"/>
                <a:chExt cx="628023" cy="581787"/>
              </a:xfrm>
            </p:grpSpPr>
            <p:sp>
              <p:nvSpPr>
                <p:cNvPr id="529015584" name=""/>
                <p:cNvSpPr/>
                <p:nvPr/>
              </p:nvSpPr>
              <p:spPr bwMode="auto">
                <a:xfrm rot="0" flipH="0" flipV="0">
                  <a:off x="86692" y="0"/>
                  <a:ext cx="119127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47558474" name=""/>
                <p:cNvSpPr/>
                <p:nvPr/>
              </p:nvSpPr>
              <p:spPr bwMode="auto">
                <a:xfrm rot="0" flipH="0" flipV="0">
                  <a:off x="43344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02208828" name=""/>
                <p:cNvSpPr/>
                <p:nvPr/>
              </p:nvSpPr>
              <p:spPr bwMode="auto">
                <a:xfrm rot="0" flipH="0" flipV="0">
                  <a:off x="205823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05375949" name=""/>
                <p:cNvSpPr/>
                <p:nvPr/>
              </p:nvSpPr>
              <p:spPr bwMode="auto">
                <a:xfrm rot="0" flipH="0" flipV="0">
                  <a:off x="0" y="89613"/>
                  <a:ext cx="43344" cy="1887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75144119" name=""/>
                <p:cNvSpPr/>
                <p:nvPr/>
              </p:nvSpPr>
              <p:spPr bwMode="auto">
                <a:xfrm rot="0" flipH="0" flipV="0">
                  <a:off x="248805" y="89613"/>
                  <a:ext cx="43344" cy="7561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8865190" name=""/>
                <p:cNvSpPr/>
                <p:nvPr/>
              </p:nvSpPr>
              <p:spPr bwMode="auto">
                <a:xfrm rot="0" flipH="0" flipV="0">
                  <a:off x="292152" y="16230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89884863" name=""/>
                <p:cNvSpPr/>
                <p:nvPr/>
              </p:nvSpPr>
              <p:spPr bwMode="auto">
                <a:xfrm rot="0" flipH="0" flipV="0">
                  <a:off x="335502" y="89613"/>
                  <a:ext cx="43344" cy="7561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32986183" name=""/>
                <p:cNvSpPr/>
                <p:nvPr/>
              </p:nvSpPr>
              <p:spPr bwMode="auto">
                <a:xfrm rot="0" flipH="0" flipV="0">
                  <a:off x="378848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63391215" name=""/>
                <p:cNvSpPr/>
                <p:nvPr/>
              </p:nvSpPr>
              <p:spPr bwMode="auto">
                <a:xfrm rot="0" flipH="0" flipV="0">
                  <a:off x="422199" y="2835"/>
                  <a:ext cx="119127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28169628" name=""/>
                <p:cNvSpPr/>
                <p:nvPr/>
              </p:nvSpPr>
              <p:spPr bwMode="auto">
                <a:xfrm rot="0" flipH="0" flipV="0">
                  <a:off x="541326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56562582" name=""/>
                <p:cNvSpPr/>
                <p:nvPr/>
              </p:nvSpPr>
              <p:spPr bwMode="auto">
                <a:xfrm rot="0" flipH="0" flipV="0">
                  <a:off x="584676" y="89613"/>
                  <a:ext cx="43344" cy="1887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61953469" name=""/>
                <p:cNvSpPr/>
                <p:nvPr/>
              </p:nvSpPr>
              <p:spPr bwMode="auto">
                <a:xfrm rot="0" flipH="0" flipV="0">
                  <a:off x="43344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84902157" name=""/>
                <p:cNvSpPr/>
                <p:nvPr/>
              </p:nvSpPr>
              <p:spPr bwMode="auto">
                <a:xfrm rot="0" flipH="0" flipV="0">
                  <a:off x="545142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15306580" name=""/>
                <p:cNvSpPr/>
                <p:nvPr/>
              </p:nvSpPr>
              <p:spPr bwMode="auto">
                <a:xfrm rot="0" flipH="0" flipV="0">
                  <a:off x="501795" y="321697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12546355" name=""/>
                <p:cNvSpPr/>
                <p:nvPr/>
              </p:nvSpPr>
              <p:spPr bwMode="auto">
                <a:xfrm rot="0" flipH="0" flipV="0">
                  <a:off x="465066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04593136" name=""/>
                <p:cNvSpPr/>
                <p:nvPr/>
              </p:nvSpPr>
              <p:spPr bwMode="auto">
                <a:xfrm rot="0" flipH="0" flipV="0">
                  <a:off x="422199" y="408395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21288929" name=""/>
                <p:cNvSpPr/>
                <p:nvPr/>
              </p:nvSpPr>
              <p:spPr bwMode="auto">
                <a:xfrm rot="0" flipH="0" flipV="0">
                  <a:off x="86692" y="321697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53771296" name=""/>
                <p:cNvSpPr/>
                <p:nvPr/>
              </p:nvSpPr>
              <p:spPr bwMode="auto">
                <a:xfrm rot="0" flipH="0" flipV="0">
                  <a:off x="130041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12331315" name=""/>
                <p:cNvSpPr/>
                <p:nvPr/>
              </p:nvSpPr>
              <p:spPr bwMode="auto">
                <a:xfrm rot="0" flipH="0" flipV="0">
                  <a:off x="173388" y="408395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32834020" name=""/>
                <p:cNvSpPr/>
                <p:nvPr/>
              </p:nvSpPr>
              <p:spPr bwMode="auto">
                <a:xfrm rot="0" flipH="0" flipV="0">
                  <a:off x="216738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37138567" name=""/>
                <p:cNvSpPr/>
                <p:nvPr/>
              </p:nvSpPr>
              <p:spPr bwMode="auto">
                <a:xfrm rot="0" flipH="0" flipV="0">
                  <a:off x="260084" y="495091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09866222" name=""/>
                <p:cNvSpPr/>
                <p:nvPr/>
              </p:nvSpPr>
              <p:spPr bwMode="auto">
                <a:xfrm rot="0" flipH="0" flipV="0">
                  <a:off x="303435" y="53843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50944728" name=""/>
                <p:cNvSpPr/>
                <p:nvPr/>
              </p:nvSpPr>
              <p:spPr bwMode="auto">
                <a:xfrm rot="0" flipH="0" flipV="0">
                  <a:off x="346779" y="495091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87708053" name=""/>
                <p:cNvSpPr/>
                <p:nvPr/>
              </p:nvSpPr>
              <p:spPr bwMode="auto">
                <a:xfrm rot="0" flipH="0" flipV="0">
                  <a:off x="390128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grpSp>
        <p:nvGrpSpPr>
          <p:cNvPr id="242474266" name=""/>
          <p:cNvGrpSpPr/>
          <p:nvPr/>
        </p:nvGrpSpPr>
        <p:grpSpPr bwMode="auto">
          <a:xfrm flipH="1" flipV="0">
            <a:off x="1989796" y="2384568"/>
            <a:ext cx="499411" cy="477819"/>
            <a:chOff x="0" y="0"/>
            <a:chExt cx="499411" cy="477819"/>
          </a:xfrm>
        </p:grpSpPr>
        <p:sp>
          <p:nvSpPr>
            <p:cNvPr id="1755698994" name=""/>
            <p:cNvSpPr/>
            <p:nvPr/>
          </p:nvSpPr>
          <p:spPr bwMode="auto">
            <a:xfrm rot="1070892" flipH="0" flipV="0">
              <a:off x="126695" y="136702"/>
              <a:ext cx="372712" cy="341111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797547423" name=""/>
            <p:cNvGrpSpPr/>
            <p:nvPr/>
          </p:nvGrpSpPr>
          <p:grpSpPr bwMode="auto">
            <a:xfrm rot="663311" flipH="0" flipV="0">
              <a:off x="0" y="0"/>
              <a:ext cx="432702" cy="400844"/>
              <a:chOff x="0" y="0"/>
              <a:chExt cx="432702" cy="400844"/>
            </a:xfrm>
          </p:grpSpPr>
          <p:sp>
            <p:nvSpPr>
              <p:cNvPr id="255772595" name=""/>
              <p:cNvSpPr/>
              <p:nvPr/>
            </p:nvSpPr>
            <p:spPr bwMode="auto">
              <a:xfrm>
                <a:off x="29862" y="29862"/>
                <a:ext cx="372712" cy="341111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320638299" name=""/>
              <p:cNvSpPr/>
              <p:nvPr/>
            </p:nvSpPr>
            <p:spPr bwMode="auto">
              <a:xfrm>
                <a:off x="82953" y="96894"/>
                <a:ext cx="58854" cy="59729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1781953158" name=""/>
              <p:cNvSpPr/>
              <p:nvPr/>
            </p:nvSpPr>
            <p:spPr bwMode="auto">
              <a:xfrm>
                <a:off x="179194" y="61686"/>
                <a:ext cx="223635" cy="309287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1794241960" name=""/>
              <p:cNvGrpSpPr/>
              <p:nvPr/>
            </p:nvGrpSpPr>
            <p:grpSpPr bwMode="auto">
              <a:xfrm flipH="0" flipV="0">
                <a:off x="0" y="0"/>
                <a:ext cx="432702" cy="400844"/>
                <a:chOff x="0" y="0"/>
                <a:chExt cx="432702" cy="400844"/>
              </a:xfrm>
            </p:grpSpPr>
            <p:sp>
              <p:nvSpPr>
                <p:cNvPr id="453574019" name=""/>
                <p:cNvSpPr/>
                <p:nvPr/>
              </p:nvSpPr>
              <p:spPr bwMode="auto">
                <a:xfrm rot="0" flipH="0" flipV="0">
                  <a:off x="59729" y="0"/>
                  <a:ext cx="82076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60201943" name=""/>
                <p:cNvSpPr/>
                <p:nvPr/>
              </p:nvSpPr>
              <p:spPr bwMode="auto">
                <a:xfrm rot="0" flipH="0" flipV="0">
                  <a:off x="29862" y="3181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79990450" name=""/>
                <p:cNvSpPr/>
                <p:nvPr/>
              </p:nvSpPr>
              <p:spPr bwMode="auto">
                <a:xfrm rot="0" flipH="0" flipV="0">
                  <a:off x="141809" y="3181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93288113" name=""/>
                <p:cNvSpPr/>
                <p:nvPr/>
              </p:nvSpPr>
              <p:spPr bwMode="auto">
                <a:xfrm rot="0" flipH="0" flipV="0">
                  <a:off x="0" y="61740"/>
                  <a:ext cx="29862" cy="1300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54129847" name=""/>
                <p:cNvSpPr/>
                <p:nvPr/>
              </p:nvSpPr>
              <p:spPr bwMode="auto">
                <a:xfrm rot="0" flipH="0" flipV="0">
                  <a:off x="171423" y="61740"/>
                  <a:ext cx="29862" cy="52097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47907778" name=""/>
                <p:cNvSpPr/>
                <p:nvPr/>
              </p:nvSpPr>
              <p:spPr bwMode="auto">
                <a:xfrm rot="0" flipH="0" flipV="0">
                  <a:off x="201288" y="11182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61103499" name=""/>
                <p:cNvSpPr/>
                <p:nvPr/>
              </p:nvSpPr>
              <p:spPr bwMode="auto">
                <a:xfrm rot="0" flipH="0" flipV="0">
                  <a:off x="231156" y="61740"/>
                  <a:ext cx="29862" cy="52097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98765333" name=""/>
                <p:cNvSpPr/>
                <p:nvPr/>
              </p:nvSpPr>
              <p:spPr bwMode="auto">
                <a:xfrm rot="0" flipH="0" flipV="0">
                  <a:off x="261020" y="3181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6008312" name=""/>
                <p:cNvSpPr/>
                <p:nvPr/>
              </p:nvSpPr>
              <p:spPr bwMode="auto">
                <a:xfrm rot="0" flipH="0" flipV="0">
                  <a:off x="290889" y="1953"/>
                  <a:ext cx="82076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59621139" name=""/>
                <p:cNvSpPr/>
                <p:nvPr/>
              </p:nvSpPr>
              <p:spPr bwMode="auto">
                <a:xfrm rot="0" flipH="0" flipV="0">
                  <a:off x="372969" y="3181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72789498" name=""/>
                <p:cNvSpPr/>
                <p:nvPr/>
              </p:nvSpPr>
              <p:spPr bwMode="auto">
                <a:xfrm rot="0" flipH="0" flipV="0">
                  <a:off x="402833" y="61740"/>
                  <a:ext cx="29862" cy="1300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112345352" name=""/>
                <p:cNvSpPr/>
                <p:nvPr/>
              </p:nvSpPr>
              <p:spPr bwMode="auto">
                <a:xfrm rot="0" flipH="0" flipV="0">
                  <a:off x="29862" y="19178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46509796" name=""/>
                <p:cNvSpPr/>
                <p:nvPr/>
              </p:nvSpPr>
              <p:spPr bwMode="auto">
                <a:xfrm rot="0" flipH="0" flipV="0">
                  <a:off x="375595" y="19178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85963018" name=""/>
                <p:cNvSpPr/>
                <p:nvPr/>
              </p:nvSpPr>
              <p:spPr bwMode="auto">
                <a:xfrm rot="0" flipH="0" flipV="0">
                  <a:off x="345729" y="221645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97418705" name=""/>
                <p:cNvSpPr/>
                <p:nvPr/>
              </p:nvSpPr>
              <p:spPr bwMode="auto">
                <a:xfrm rot="0" flipH="0" flipV="0">
                  <a:off x="320422" y="251514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4435332" name=""/>
                <p:cNvSpPr/>
                <p:nvPr/>
              </p:nvSpPr>
              <p:spPr bwMode="auto">
                <a:xfrm rot="0" flipH="0" flipV="0">
                  <a:off x="290889" y="281379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65886643" name=""/>
                <p:cNvSpPr/>
                <p:nvPr/>
              </p:nvSpPr>
              <p:spPr bwMode="auto">
                <a:xfrm rot="0" flipH="0" flipV="0">
                  <a:off x="59728" y="221645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03441514" name=""/>
                <p:cNvSpPr/>
                <p:nvPr/>
              </p:nvSpPr>
              <p:spPr bwMode="auto">
                <a:xfrm rot="0" flipH="0" flipV="0">
                  <a:off x="89595" y="251514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42733710" name=""/>
                <p:cNvSpPr/>
                <p:nvPr/>
              </p:nvSpPr>
              <p:spPr bwMode="auto">
                <a:xfrm rot="0" flipH="0" flipV="0">
                  <a:off x="119461" y="281379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50596991" name=""/>
                <p:cNvSpPr/>
                <p:nvPr/>
              </p:nvSpPr>
              <p:spPr bwMode="auto">
                <a:xfrm rot="0" flipH="0" flipV="0">
                  <a:off x="149327" y="31124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69093650" name=""/>
                <p:cNvSpPr/>
                <p:nvPr/>
              </p:nvSpPr>
              <p:spPr bwMode="auto">
                <a:xfrm rot="0" flipH="0" flipV="0">
                  <a:off x="179194" y="34111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15414808" name=""/>
                <p:cNvSpPr/>
                <p:nvPr/>
              </p:nvSpPr>
              <p:spPr bwMode="auto">
                <a:xfrm rot="0" flipH="0" flipV="0">
                  <a:off x="209061" y="370980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45884679" name=""/>
                <p:cNvSpPr/>
                <p:nvPr/>
              </p:nvSpPr>
              <p:spPr bwMode="auto">
                <a:xfrm rot="0" flipH="0" flipV="0">
                  <a:off x="238926" y="34111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17186005" name=""/>
                <p:cNvSpPr/>
                <p:nvPr/>
              </p:nvSpPr>
              <p:spPr bwMode="auto">
                <a:xfrm rot="0" flipH="0" flipV="0">
                  <a:off x="268794" y="31124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sp>
        <p:nvSpPr>
          <p:cNvPr id="439469459" name=""/>
          <p:cNvSpPr/>
          <p:nvPr/>
        </p:nvSpPr>
        <p:spPr bwMode="auto">
          <a:xfrm rot="0" flipH="0" flipV="0">
            <a:off x="3308859" y="0"/>
            <a:ext cx="371471" cy="523872"/>
          </a:xfrm>
          <a:prstGeom prst="parallelogram">
            <a:avLst>
              <a:gd name="adj" fmla="val 3611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427529980" name=""/>
          <p:cNvGrpSpPr/>
          <p:nvPr/>
        </p:nvGrpSpPr>
        <p:grpSpPr bwMode="auto">
          <a:xfrm>
            <a:off x="2705553" y="1129702"/>
            <a:ext cx="6780888" cy="4110795"/>
            <a:chOff x="0" y="0"/>
            <a:chExt cx="6780888" cy="4110795"/>
          </a:xfrm>
        </p:grpSpPr>
        <p:sp>
          <p:nvSpPr>
            <p:cNvPr id="707758900" name=""/>
            <p:cNvSpPr/>
            <p:nvPr/>
          </p:nvSpPr>
          <p:spPr bwMode="auto">
            <a:xfrm flipH="0" flipV="0">
              <a:off x="0" y="0"/>
              <a:ext cx="6780889" cy="4110796"/>
            </a:xfrm>
            <a:prstGeom prst="rect">
              <a:avLst/>
            </a:prstGeom>
            <a:solidFill>
              <a:schemeClr val="bg1">
                <a:alpha val="99999"/>
              </a:schemeClr>
            </a:solidFill>
            <a:ln w="38099" cap="flat" cmpd="sng" algn="ctr">
              <a:solidFill>
                <a:schemeClr val="bg2">
                  <a:lumMod val="25098"/>
                </a:schemeClr>
              </a:solidFill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741065152" name=""/>
            <p:cNvGrpSpPr/>
            <p:nvPr/>
          </p:nvGrpSpPr>
          <p:grpSpPr bwMode="auto">
            <a:xfrm>
              <a:off x="0" y="5652"/>
              <a:ext cx="6780888" cy="556137"/>
              <a:chOff x="0" y="0"/>
              <a:chExt cx="6780888" cy="556137"/>
            </a:xfrm>
          </p:grpSpPr>
          <p:sp>
            <p:nvSpPr>
              <p:cNvPr id="160987958" name=""/>
              <p:cNvSpPr/>
              <p:nvPr/>
            </p:nvSpPr>
            <p:spPr bwMode="auto">
              <a:xfrm flipH="0" flipV="0">
                <a:off x="0" y="0"/>
                <a:ext cx="6780888" cy="55613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71000"/>
                    </a:schemeClr>
                  </a:gs>
                  <a:gs pos="100000">
                    <a:srgbClr val="FFD966">
                      <a:alpha val="71000"/>
                    </a:srgbClr>
                  </a:gs>
                </a:gsLst>
                <a:lin ang="0" scaled="1"/>
              </a:gradFill>
              <a:ln w="38099" cap="flat" cmpd="sng" algn="ctr">
                <a:solidFill>
                  <a:schemeClr val="bg2">
                    <a:lumMod val="25098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/>
              </a:p>
            </p:txBody>
          </p:sp>
          <p:grpSp>
            <p:nvGrpSpPr>
              <p:cNvPr id="278172840" name=""/>
              <p:cNvGrpSpPr/>
              <p:nvPr/>
            </p:nvGrpSpPr>
            <p:grpSpPr bwMode="auto">
              <a:xfrm>
                <a:off x="6282248" y="114654"/>
                <a:ext cx="326820" cy="326820"/>
                <a:chOff x="0" y="0"/>
                <a:chExt cx="326820" cy="326820"/>
              </a:xfrm>
            </p:grpSpPr>
            <p:sp>
              <p:nvSpPr>
                <p:cNvPr id="1457638970" name=""/>
                <p:cNvSpPr/>
                <p:nvPr/>
              </p:nvSpPr>
              <p:spPr bwMode="auto">
                <a:xfrm rot="0" flipH="0" flipV="0">
                  <a:off x="0" y="0"/>
                  <a:ext cx="326820" cy="326820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grpSp>
              <p:nvGrpSpPr>
                <p:cNvPr id="1932280813" name=""/>
                <p:cNvGrpSpPr/>
                <p:nvPr/>
              </p:nvGrpSpPr>
              <p:grpSpPr bwMode="auto">
                <a:xfrm>
                  <a:off x="30720" y="30720"/>
                  <a:ext cx="265374" cy="265374"/>
                  <a:chOff x="0" y="0"/>
                  <a:chExt cx="265374" cy="265374"/>
                </a:xfrm>
              </p:grpSpPr>
              <p:cxnSp>
                <p:nvCxnSpPr>
                  <p:cNvPr id="1692650297" name=""/>
                  <p:cNvCxnSpPr/>
                  <p:nvPr/>
                </p:nvCxnSpPr>
                <p:spPr bwMode="auto">
                  <a:xfrm rot="2699937" flipH="0" flipV="0">
                    <a:off x="0" y="138189"/>
                    <a:ext cx="26537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tx2">
                        <a:lumMod val="50196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5861624" name=""/>
                  <p:cNvCxnSpPr/>
                  <p:nvPr/>
                </p:nvCxnSpPr>
                <p:spPr bwMode="auto">
                  <a:xfrm rot="8099947" flipH="0" flipV="0">
                    <a:off x="0" y="132687"/>
                    <a:ext cx="26537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tx2">
                        <a:lumMod val="50196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869475887" name=""/>
              <p:cNvGrpSpPr/>
              <p:nvPr/>
            </p:nvGrpSpPr>
            <p:grpSpPr bwMode="auto">
              <a:xfrm>
                <a:off x="5805017" y="114654"/>
                <a:ext cx="326820" cy="326820"/>
                <a:chOff x="0" y="0"/>
                <a:chExt cx="326820" cy="326820"/>
              </a:xfrm>
            </p:grpSpPr>
            <p:sp>
              <p:nvSpPr>
                <p:cNvPr id="1319864396" name=""/>
                <p:cNvSpPr/>
                <p:nvPr/>
              </p:nvSpPr>
              <p:spPr bwMode="auto">
                <a:xfrm rot="0" flipH="0" flipV="0">
                  <a:off x="0" y="0"/>
                  <a:ext cx="326820" cy="326820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8242009" name=""/>
                <p:cNvSpPr/>
                <p:nvPr/>
              </p:nvSpPr>
              <p:spPr bwMode="auto">
                <a:xfrm rot="0" flipH="0" flipV="0">
                  <a:off x="43023" y="43023"/>
                  <a:ext cx="240768" cy="240768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233810060" name=""/>
              <p:cNvGrpSpPr/>
              <p:nvPr/>
            </p:nvGrpSpPr>
            <p:grpSpPr bwMode="auto">
              <a:xfrm>
                <a:off x="5327786" y="114654"/>
                <a:ext cx="326820" cy="326820"/>
                <a:chOff x="0" y="0"/>
                <a:chExt cx="326820" cy="326820"/>
              </a:xfrm>
            </p:grpSpPr>
            <p:sp>
              <p:nvSpPr>
                <p:cNvPr id="1348424472" name=""/>
                <p:cNvSpPr/>
                <p:nvPr/>
              </p:nvSpPr>
              <p:spPr bwMode="auto">
                <a:xfrm rot="0" flipH="0" flipV="0">
                  <a:off x="0" y="0"/>
                  <a:ext cx="326820" cy="326820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88226764" name=""/>
                <p:cNvCxnSpPr/>
                <p:nvPr/>
              </p:nvCxnSpPr>
              <p:spPr bwMode="auto">
                <a:xfrm flipH="0" flipV="0">
                  <a:off x="30720" y="260507"/>
                  <a:ext cx="265374" cy="0"/>
                </a:xfrm>
                <a:prstGeom prst="line">
                  <a:avLst/>
                </a:prstGeom>
                <a:ln w="28575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120325407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693965" y="1697933"/>
            <a:ext cx="6791738" cy="181202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 sz="6000"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/>
              <a:t>CLICK TO EDIT MASTER TITLE </a:t>
            </a:r>
            <a:endParaRPr/>
          </a:p>
        </p:txBody>
      </p:sp>
      <p:sp>
        <p:nvSpPr>
          <p:cNvPr id="1253282102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3207439" y="3602036"/>
            <a:ext cx="5777118" cy="99480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grpSp>
        <p:nvGrpSpPr>
          <p:cNvPr id="966737532" name=""/>
          <p:cNvGrpSpPr/>
          <p:nvPr/>
        </p:nvGrpSpPr>
        <p:grpSpPr bwMode="auto">
          <a:xfrm>
            <a:off x="2897791" y="892489"/>
            <a:ext cx="714375" cy="714375"/>
            <a:chOff x="0" y="0"/>
            <a:chExt cx="714375" cy="714375"/>
          </a:xfrm>
        </p:grpSpPr>
        <p:sp>
          <p:nvSpPr>
            <p:cNvPr id="1970568967" name=""/>
            <p:cNvSpPr/>
            <p:nvPr/>
          </p:nvSpPr>
          <p:spPr bwMode="auto">
            <a:xfrm rot="0" flipH="0" flipV="0">
              <a:off x="0" y="476246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60868726" name=""/>
            <p:cNvSpPr/>
            <p:nvPr/>
          </p:nvSpPr>
          <p:spPr bwMode="auto">
            <a:xfrm rot="0" flipH="0" flipV="0">
              <a:off x="238124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48012626" name=""/>
            <p:cNvSpPr/>
            <p:nvPr/>
          </p:nvSpPr>
          <p:spPr bwMode="auto">
            <a:xfrm rot="0" flipH="0" flipV="0">
              <a:off x="476247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grpSp>
        <p:nvGrpSpPr>
          <p:cNvPr id="1657234007" name=""/>
          <p:cNvGrpSpPr/>
          <p:nvPr/>
        </p:nvGrpSpPr>
        <p:grpSpPr bwMode="auto">
          <a:xfrm>
            <a:off x="8576922" y="4816395"/>
            <a:ext cx="491152" cy="868590"/>
            <a:chOff x="0" y="0"/>
            <a:chExt cx="491152" cy="868590"/>
          </a:xfrm>
        </p:grpSpPr>
        <p:sp>
          <p:nvSpPr>
            <p:cNvPr id="313039648" name=""/>
            <p:cNvSpPr/>
            <p:nvPr/>
          </p:nvSpPr>
          <p:spPr bwMode="auto">
            <a:xfrm rot="0" flipH="0" flipV="0">
              <a:off x="62228" y="138303"/>
              <a:ext cx="365760" cy="640074"/>
            </a:xfrm>
            <a:custGeom>
              <a:avLst/>
              <a:gdLst/>
              <a:ahLst/>
              <a:cxnLst/>
              <a:rect l="0" t="0" r="r" b="b"/>
              <a:pathLst>
                <a:path w="369794" h="714934" fill="norm" stroke="1" extrusionOk="0">
                  <a:moveTo>
                    <a:pt x="181535" y="123263"/>
                  </a:moveTo>
                  <a:cubicBezTo>
                    <a:pt x="181535" y="123263"/>
                    <a:pt x="181535" y="183776"/>
                    <a:pt x="181535" y="183776"/>
                  </a:cubicBezTo>
                  <a:cubicBezTo>
                    <a:pt x="181535" y="183776"/>
                    <a:pt x="259975" y="183776"/>
                    <a:pt x="259975" y="183776"/>
                  </a:cubicBezTo>
                  <a:cubicBezTo>
                    <a:pt x="259975" y="183776"/>
                    <a:pt x="259975" y="250450"/>
                    <a:pt x="259975" y="250450"/>
                  </a:cubicBezTo>
                  <a:cubicBezTo>
                    <a:pt x="259975" y="250450"/>
                    <a:pt x="318248" y="250450"/>
                    <a:pt x="318248" y="250450"/>
                  </a:cubicBezTo>
                  <a:cubicBezTo>
                    <a:pt x="318248" y="250450"/>
                    <a:pt x="318248" y="305920"/>
                    <a:pt x="318248" y="305920"/>
                  </a:cubicBezTo>
                  <a:cubicBezTo>
                    <a:pt x="318248" y="305920"/>
                    <a:pt x="369794" y="305920"/>
                    <a:pt x="369794" y="305920"/>
                  </a:cubicBezTo>
                  <a:cubicBezTo>
                    <a:pt x="369794" y="305920"/>
                    <a:pt x="369794" y="361389"/>
                    <a:pt x="369794" y="361389"/>
                  </a:cubicBezTo>
                  <a:cubicBezTo>
                    <a:pt x="369794" y="361389"/>
                    <a:pt x="259975" y="361389"/>
                    <a:pt x="259975" y="361389"/>
                  </a:cubicBezTo>
                  <a:cubicBezTo>
                    <a:pt x="259975" y="361389"/>
                    <a:pt x="259975" y="493058"/>
                    <a:pt x="259975" y="493058"/>
                  </a:cubicBezTo>
                  <a:cubicBezTo>
                    <a:pt x="259975" y="493058"/>
                    <a:pt x="311523" y="493058"/>
                    <a:pt x="311523" y="493058"/>
                  </a:cubicBezTo>
                  <a:cubicBezTo>
                    <a:pt x="311523" y="493058"/>
                    <a:pt x="311524" y="603997"/>
                    <a:pt x="311524" y="603997"/>
                  </a:cubicBezTo>
                  <a:cubicBezTo>
                    <a:pt x="311524" y="603997"/>
                    <a:pt x="369793" y="603997"/>
                    <a:pt x="369793" y="603997"/>
                  </a:cubicBezTo>
                  <a:cubicBezTo>
                    <a:pt x="369793" y="603997"/>
                    <a:pt x="369793" y="714934"/>
                    <a:pt x="369793" y="714934"/>
                  </a:cubicBezTo>
                  <a:cubicBezTo>
                    <a:pt x="369793" y="714934"/>
                    <a:pt x="253252" y="714934"/>
                    <a:pt x="253252" y="714934"/>
                  </a:cubicBezTo>
                  <a:cubicBezTo>
                    <a:pt x="253252" y="714934"/>
                    <a:pt x="253252" y="603047"/>
                    <a:pt x="253252" y="603047"/>
                  </a:cubicBezTo>
                  <a:cubicBezTo>
                    <a:pt x="253252" y="603047"/>
                    <a:pt x="181534" y="603047"/>
                    <a:pt x="181534" y="603047"/>
                  </a:cubicBezTo>
                  <a:cubicBezTo>
                    <a:pt x="181534" y="603047"/>
                    <a:pt x="181534" y="488576"/>
                    <a:pt x="181534" y="488576"/>
                  </a:cubicBezTo>
                  <a:cubicBezTo>
                    <a:pt x="181534" y="488576"/>
                    <a:pt x="0" y="488576"/>
                    <a:pt x="0" y="488576"/>
                  </a:cubicBezTo>
                  <a:cubicBezTo>
                    <a:pt x="0" y="488576"/>
                    <a:pt x="0" y="0"/>
                    <a:pt x="0" y="0"/>
                  </a:cubicBezTo>
                  <a:cubicBezTo>
                    <a:pt x="0" y="0"/>
                    <a:pt x="121023" y="0"/>
                    <a:pt x="121023" y="0"/>
                  </a:cubicBezTo>
                  <a:cubicBezTo>
                    <a:pt x="121023" y="0"/>
                    <a:pt x="121023" y="123263"/>
                    <a:pt x="121023" y="123263"/>
                  </a:cubicBezTo>
                  <a:cubicBezTo>
                    <a:pt x="121023" y="123263"/>
                    <a:pt x="181535" y="123263"/>
                    <a:pt x="181535" y="12326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558661678" name=""/>
            <p:cNvSpPr/>
            <p:nvPr/>
          </p:nvSpPr>
          <p:spPr bwMode="auto">
            <a:xfrm>
              <a:off x="0" y="0"/>
              <a:ext cx="491152" cy="868590"/>
            </a:xfrm>
            <a:custGeom>
              <a:avLst/>
              <a:gdLst/>
              <a:ahLst/>
              <a:cxnLst/>
              <a:rect l="0" t="0" r="r" b="b"/>
              <a:pathLst>
                <a:path w="491156" h="868593" fill="norm" stroke="1" extrusionOk="0">
                  <a:moveTo>
                    <a:pt x="0" y="0"/>
                  </a:moveTo>
                  <a:cubicBezTo>
                    <a:pt x="0" y="0"/>
                    <a:pt x="61912" y="0"/>
                    <a:pt x="61912" y="0"/>
                  </a:cubicBezTo>
                  <a:cubicBezTo>
                    <a:pt x="61912" y="0"/>
                    <a:pt x="61912" y="30956"/>
                    <a:pt x="61912" y="30956"/>
                  </a:cubicBezTo>
                  <a:cubicBezTo>
                    <a:pt x="61912" y="30956"/>
                    <a:pt x="123824" y="30956"/>
                    <a:pt x="123824" y="30956"/>
                  </a:cubicBezTo>
                  <a:cubicBezTo>
                    <a:pt x="123824" y="30956"/>
                    <a:pt x="123824" y="92869"/>
                    <a:pt x="123824" y="92869"/>
                  </a:cubicBezTo>
                  <a:cubicBezTo>
                    <a:pt x="123824" y="92869"/>
                    <a:pt x="61912" y="92868"/>
                    <a:pt x="61912" y="92868"/>
                  </a:cubicBezTo>
                  <a:cubicBezTo>
                    <a:pt x="61912" y="92868"/>
                    <a:pt x="61912" y="581025"/>
                    <a:pt x="61912" y="581025"/>
                  </a:cubicBezTo>
                  <a:cubicBezTo>
                    <a:pt x="61912" y="581025"/>
                    <a:pt x="130679" y="581025"/>
                    <a:pt x="130679" y="581025"/>
                  </a:cubicBezTo>
                  <a:cubicBezTo>
                    <a:pt x="130679" y="581025"/>
                    <a:pt x="130679" y="642938"/>
                    <a:pt x="130679" y="642938"/>
                  </a:cubicBezTo>
                  <a:cubicBezTo>
                    <a:pt x="130679" y="642938"/>
                    <a:pt x="0" y="642938"/>
                    <a:pt x="0" y="642938"/>
                  </a:cubicBezTo>
                  <a:cubicBezTo>
                    <a:pt x="0" y="642938"/>
                    <a:pt x="0" y="0"/>
                    <a:pt x="0" y="0"/>
                  </a:cubicBezTo>
                  <a:close/>
                  <a:moveTo>
                    <a:pt x="123824" y="92869"/>
                  </a:moveTo>
                  <a:cubicBezTo>
                    <a:pt x="123824" y="92869"/>
                    <a:pt x="185736" y="92869"/>
                    <a:pt x="185736" y="92869"/>
                  </a:cubicBezTo>
                  <a:cubicBezTo>
                    <a:pt x="185736" y="92869"/>
                    <a:pt x="185736" y="154780"/>
                    <a:pt x="185736" y="154780"/>
                  </a:cubicBezTo>
                  <a:cubicBezTo>
                    <a:pt x="185736" y="154780"/>
                    <a:pt x="243507" y="154780"/>
                    <a:pt x="243507" y="154780"/>
                  </a:cubicBezTo>
                  <a:cubicBezTo>
                    <a:pt x="243507" y="154780"/>
                    <a:pt x="243507" y="216694"/>
                    <a:pt x="243507" y="216694"/>
                  </a:cubicBezTo>
                  <a:cubicBezTo>
                    <a:pt x="243507" y="216694"/>
                    <a:pt x="181594" y="216694"/>
                    <a:pt x="181594" y="216694"/>
                  </a:cubicBezTo>
                  <a:cubicBezTo>
                    <a:pt x="181594" y="216694"/>
                    <a:pt x="181594" y="154780"/>
                    <a:pt x="181594" y="154780"/>
                  </a:cubicBezTo>
                  <a:cubicBezTo>
                    <a:pt x="181594" y="154780"/>
                    <a:pt x="123824" y="154780"/>
                    <a:pt x="123824" y="154780"/>
                  </a:cubicBezTo>
                  <a:cubicBezTo>
                    <a:pt x="123824" y="154780"/>
                    <a:pt x="123824" y="92869"/>
                    <a:pt x="123824" y="92869"/>
                  </a:cubicBezTo>
                  <a:close/>
                  <a:moveTo>
                    <a:pt x="243507" y="216694"/>
                  </a:moveTo>
                  <a:cubicBezTo>
                    <a:pt x="243507" y="216694"/>
                    <a:pt x="305419" y="216694"/>
                    <a:pt x="305419" y="216694"/>
                  </a:cubicBezTo>
                  <a:cubicBezTo>
                    <a:pt x="305419" y="216694"/>
                    <a:pt x="305419" y="278606"/>
                    <a:pt x="305419" y="278606"/>
                  </a:cubicBezTo>
                  <a:cubicBezTo>
                    <a:pt x="305419" y="278606"/>
                    <a:pt x="243507" y="278606"/>
                    <a:pt x="243507" y="278606"/>
                  </a:cubicBezTo>
                  <a:cubicBezTo>
                    <a:pt x="243507" y="278606"/>
                    <a:pt x="243507" y="216694"/>
                    <a:pt x="243507" y="216694"/>
                  </a:cubicBezTo>
                  <a:close/>
                  <a:moveTo>
                    <a:pt x="305419" y="278606"/>
                  </a:moveTo>
                  <a:cubicBezTo>
                    <a:pt x="305419" y="278606"/>
                    <a:pt x="367331" y="278606"/>
                    <a:pt x="367331" y="278606"/>
                  </a:cubicBezTo>
                  <a:cubicBezTo>
                    <a:pt x="367331" y="278606"/>
                    <a:pt x="367331" y="340519"/>
                    <a:pt x="367331" y="340519"/>
                  </a:cubicBezTo>
                  <a:cubicBezTo>
                    <a:pt x="367331" y="340519"/>
                    <a:pt x="305419" y="340519"/>
                    <a:pt x="305419" y="340519"/>
                  </a:cubicBezTo>
                  <a:cubicBezTo>
                    <a:pt x="305419" y="340519"/>
                    <a:pt x="305419" y="278606"/>
                    <a:pt x="305419" y="278606"/>
                  </a:cubicBezTo>
                  <a:close/>
                  <a:moveTo>
                    <a:pt x="130679" y="519113"/>
                  </a:moveTo>
                  <a:cubicBezTo>
                    <a:pt x="130679" y="519113"/>
                    <a:pt x="192591" y="519113"/>
                    <a:pt x="192591" y="519113"/>
                  </a:cubicBezTo>
                  <a:cubicBezTo>
                    <a:pt x="192591" y="519113"/>
                    <a:pt x="192591" y="581025"/>
                    <a:pt x="192591" y="581025"/>
                  </a:cubicBezTo>
                  <a:cubicBezTo>
                    <a:pt x="192591" y="581025"/>
                    <a:pt x="130679" y="581025"/>
                    <a:pt x="130679" y="581025"/>
                  </a:cubicBezTo>
                  <a:cubicBezTo>
                    <a:pt x="130679" y="581025"/>
                    <a:pt x="130679" y="519113"/>
                    <a:pt x="130679" y="519113"/>
                  </a:cubicBezTo>
                  <a:close/>
                  <a:moveTo>
                    <a:pt x="367331" y="340519"/>
                  </a:moveTo>
                  <a:cubicBezTo>
                    <a:pt x="367331" y="340519"/>
                    <a:pt x="429244" y="340519"/>
                    <a:pt x="429244" y="340519"/>
                  </a:cubicBezTo>
                  <a:cubicBezTo>
                    <a:pt x="429244" y="340519"/>
                    <a:pt x="429244" y="402431"/>
                    <a:pt x="429244" y="402431"/>
                  </a:cubicBezTo>
                  <a:cubicBezTo>
                    <a:pt x="429244" y="402431"/>
                    <a:pt x="367331" y="402431"/>
                    <a:pt x="367331" y="402431"/>
                  </a:cubicBezTo>
                  <a:cubicBezTo>
                    <a:pt x="367331" y="402431"/>
                    <a:pt x="367331" y="340519"/>
                    <a:pt x="367331" y="340519"/>
                  </a:cubicBezTo>
                  <a:close/>
                  <a:moveTo>
                    <a:pt x="429244" y="402431"/>
                  </a:moveTo>
                  <a:cubicBezTo>
                    <a:pt x="429244" y="402431"/>
                    <a:pt x="491156" y="402431"/>
                    <a:pt x="491156" y="402431"/>
                  </a:cubicBezTo>
                  <a:cubicBezTo>
                    <a:pt x="491156" y="402431"/>
                    <a:pt x="491156" y="519113"/>
                    <a:pt x="491156" y="519113"/>
                  </a:cubicBezTo>
                  <a:cubicBezTo>
                    <a:pt x="491156" y="519113"/>
                    <a:pt x="367331" y="519113"/>
                    <a:pt x="367331" y="519113"/>
                  </a:cubicBezTo>
                  <a:cubicBezTo>
                    <a:pt x="367331" y="519113"/>
                    <a:pt x="367331" y="581025"/>
                    <a:pt x="367331" y="581025"/>
                  </a:cubicBezTo>
                  <a:cubicBezTo>
                    <a:pt x="367331" y="581025"/>
                    <a:pt x="305419" y="581025"/>
                    <a:pt x="305419" y="581025"/>
                  </a:cubicBezTo>
                  <a:cubicBezTo>
                    <a:pt x="305419" y="581025"/>
                    <a:pt x="305419" y="457199"/>
                    <a:pt x="305419" y="457199"/>
                  </a:cubicBezTo>
                  <a:cubicBezTo>
                    <a:pt x="305419" y="457199"/>
                    <a:pt x="429245" y="457200"/>
                    <a:pt x="429245" y="457200"/>
                  </a:cubicBezTo>
                  <a:cubicBezTo>
                    <a:pt x="429245" y="457200"/>
                    <a:pt x="429244" y="402431"/>
                    <a:pt x="429244" y="402431"/>
                  </a:cubicBezTo>
                  <a:close/>
                  <a:moveTo>
                    <a:pt x="367331" y="581025"/>
                  </a:moveTo>
                  <a:cubicBezTo>
                    <a:pt x="367331" y="581025"/>
                    <a:pt x="429244" y="581025"/>
                    <a:pt x="429244" y="581025"/>
                  </a:cubicBezTo>
                  <a:cubicBezTo>
                    <a:pt x="429244" y="581025"/>
                    <a:pt x="429244" y="693853"/>
                    <a:pt x="429244" y="693853"/>
                  </a:cubicBezTo>
                  <a:cubicBezTo>
                    <a:pt x="429244" y="693853"/>
                    <a:pt x="367331" y="693853"/>
                    <a:pt x="367331" y="693853"/>
                  </a:cubicBezTo>
                  <a:cubicBezTo>
                    <a:pt x="367331" y="693853"/>
                    <a:pt x="367331" y="581025"/>
                    <a:pt x="367331" y="581025"/>
                  </a:cubicBezTo>
                  <a:close/>
                  <a:moveTo>
                    <a:pt x="429244" y="693853"/>
                  </a:moveTo>
                  <a:cubicBezTo>
                    <a:pt x="429244" y="693853"/>
                    <a:pt x="491156" y="693853"/>
                    <a:pt x="491156" y="693853"/>
                  </a:cubicBezTo>
                  <a:cubicBezTo>
                    <a:pt x="491156" y="693853"/>
                    <a:pt x="491156" y="806679"/>
                    <a:pt x="491156" y="806679"/>
                  </a:cubicBezTo>
                  <a:cubicBezTo>
                    <a:pt x="491156" y="806679"/>
                    <a:pt x="429244" y="806679"/>
                    <a:pt x="429244" y="806679"/>
                  </a:cubicBezTo>
                  <a:cubicBezTo>
                    <a:pt x="429244" y="806679"/>
                    <a:pt x="429244" y="693853"/>
                    <a:pt x="429244" y="693853"/>
                  </a:cubicBezTo>
                  <a:close/>
                  <a:moveTo>
                    <a:pt x="316416" y="868593"/>
                  </a:moveTo>
                  <a:cubicBezTo>
                    <a:pt x="316416" y="868593"/>
                    <a:pt x="316416" y="806679"/>
                    <a:pt x="316416" y="806679"/>
                  </a:cubicBezTo>
                  <a:cubicBezTo>
                    <a:pt x="316416" y="806679"/>
                    <a:pt x="429244" y="806679"/>
                    <a:pt x="429244" y="806679"/>
                  </a:cubicBezTo>
                  <a:cubicBezTo>
                    <a:pt x="429244" y="806679"/>
                    <a:pt x="429244" y="868593"/>
                    <a:pt x="429244" y="868593"/>
                  </a:cubicBezTo>
                  <a:cubicBezTo>
                    <a:pt x="429244" y="868593"/>
                    <a:pt x="316416" y="868593"/>
                    <a:pt x="316416" y="868593"/>
                  </a:cubicBezTo>
                  <a:close/>
                  <a:moveTo>
                    <a:pt x="254504" y="693853"/>
                  </a:moveTo>
                  <a:cubicBezTo>
                    <a:pt x="254504" y="693853"/>
                    <a:pt x="316416" y="693853"/>
                    <a:pt x="316416" y="693853"/>
                  </a:cubicBezTo>
                  <a:cubicBezTo>
                    <a:pt x="316416" y="693853"/>
                    <a:pt x="316416" y="806679"/>
                    <a:pt x="316416" y="806679"/>
                  </a:cubicBezTo>
                  <a:cubicBezTo>
                    <a:pt x="316416" y="806679"/>
                    <a:pt x="254504" y="806679"/>
                    <a:pt x="254504" y="806679"/>
                  </a:cubicBezTo>
                  <a:cubicBezTo>
                    <a:pt x="254504" y="806679"/>
                    <a:pt x="254504" y="693853"/>
                    <a:pt x="254504" y="693853"/>
                  </a:cubicBezTo>
                  <a:close/>
                  <a:moveTo>
                    <a:pt x="192591" y="581025"/>
                  </a:moveTo>
                  <a:cubicBezTo>
                    <a:pt x="192591" y="581025"/>
                    <a:pt x="254504" y="581025"/>
                    <a:pt x="254504" y="581025"/>
                  </a:cubicBezTo>
                  <a:cubicBezTo>
                    <a:pt x="254504" y="581025"/>
                    <a:pt x="254504" y="693853"/>
                    <a:pt x="254504" y="693853"/>
                  </a:cubicBezTo>
                  <a:cubicBezTo>
                    <a:pt x="254504" y="693853"/>
                    <a:pt x="192591" y="693853"/>
                    <a:pt x="192591" y="693853"/>
                  </a:cubicBezTo>
                  <a:cubicBezTo>
                    <a:pt x="192591" y="693853"/>
                    <a:pt x="192591" y="581025"/>
                    <a:pt x="192591" y="581025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prstClr val="black">
                  <a:alpha val="40000"/>
                </a:prstClr>
              </a:outerShdw>
            </a:effectLst>
          </p:spPr>
        </p:sp>
      </p:grpSp>
      <p:grpSp>
        <p:nvGrpSpPr>
          <p:cNvPr id="1579208376" name=""/>
          <p:cNvGrpSpPr/>
          <p:nvPr/>
        </p:nvGrpSpPr>
        <p:grpSpPr bwMode="auto">
          <a:xfrm>
            <a:off x="2370780" y="4674726"/>
            <a:ext cx="1824186" cy="1855469"/>
            <a:chOff x="0" y="0"/>
            <a:chExt cx="1824186" cy="1855469"/>
          </a:xfrm>
        </p:grpSpPr>
        <p:sp>
          <p:nvSpPr>
            <p:cNvPr id="237090024" name=""/>
            <p:cNvSpPr/>
            <p:nvPr/>
          </p:nvSpPr>
          <p:spPr bwMode="auto">
            <a:xfrm>
              <a:off x="69390" y="126985"/>
              <a:ext cx="1754794" cy="1728479"/>
            </a:xfrm>
            <a:custGeom>
              <a:avLst/>
              <a:gdLst/>
              <a:ahLst/>
              <a:cxnLst/>
              <a:rect l="0" t="0" r="r" b="b"/>
              <a:pathLst>
                <a:path w="1754799" h="1728483" fill="norm" stroke="1" extrusionOk="0">
                  <a:moveTo>
                    <a:pt x="0" y="0"/>
                  </a:moveTo>
                  <a:cubicBezTo>
                    <a:pt x="140017" y="37250"/>
                    <a:pt x="127709" y="34370"/>
                    <a:pt x="127709" y="34370"/>
                  </a:cubicBezTo>
                  <a:cubicBezTo>
                    <a:pt x="127709" y="34370"/>
                    <a:pt x="1685825" y="1581322"/>
                    <a:pt x="1754799" y="1648781"/>
                  </a:cubicBezTo>
                  <a:cubicBezTo>
                    <a:pt x="1736926" y="1710518"/>
                    <a:pt x="1750371" y="1674708"/>
                    <a:pt x="1732457" y="1728483"/>
                  </a:cubicBezTo>
                  <a:cubicBezTo>
                    <a:pt x="1718467" y="1727547"/>
                    <a:pt x="1704402" y="1726643"/>
                    <a:pt x="1690266" y="1725770"/>
                  </a:cubicBezTo>
                  <a:cubicBezTo>
                    <a:pt x="1690266" y="1725770"/>
                    <a:pt x="4566" y="1725770"/>
                    <a:pt x="4566" y="1725770"/>
                  </a:cubicBezTo>
                  <a:cubicBezTo>
                    <a:pt x="4566" y="1725770"/>
                    <a:pt x="4566" y="180051"/>
                    <a:pt x="4566" y="180051"/>
                  </a:cubicBezTo>
                  <a:cubicBezTo>
                    <a:pt x="1646" y="111261"/>
                    <a:pt x="0" y="50207"/>
                    <a:pt x="0" y="0"/>
                  </a:cubicBezTo>
                  <a:close/>
                  <a:moveTo>
                    <a:pt x="276258" y="1545432"/>
                  </a:moveTo>
                  <a:cubicBezTo>
                    <a:pt x="276258" y="1545432"/>
                    <a:pt x="1280143" y="1545432"/>
                    <a:pt x="1280143" y="1545432"/>
                  </a:cubicBezTo>
                  <a:cubicBezTo>
                    <a:pt x="1280143" y="1545432"/>
                    <a:pt x="276258" y="541548"/>
                    <a:pt x="276258" y="541548"/>
                  </a:cubicBezTo>
                  <a:cubicBezTo>
                    <a:pt x="276258" y="541548"/>
                    <a:pt x="276258" y="1545432"/>
                    <a:pt x="276258" y="1545432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38099" cap="flat" cmpd="sng" algn="ctr">
              <a:noFill/>
              <a:prstDash val="solid"/>
              <a:miter lim="800000"/>
            </a:ln>
          </p:spPr>
        </p:sp>
        <p:grpSp>
          <p:nvGrpSpPr>
            <p:cNvPr id="1641819936" name=""/>
            <p:cNvGrpSpPr/>
            <p:nvPr/>
          </p:nvGrpSpPr>
          <p:grpSpPr bwMode="auto">
            <a:xfrm flipH="0" flipV="0">
              <a:off x="0" y="0"/>
              <a:ext cx="1754795" cy="1728480"/>
              <a:chOff x="0" y="0"/>
              <a:chExt cx="1754795" cy="1728480"/>
            </a:xfrm>
          </p:grpSpPr>
          <p:sp>
            <p:nvSpPr>
              <p:cNvPr id="711847595" name=""/>
              <p:cNvSpPr/>
              <p:nvPr/>
            </p:nvSpPr>
            <p:spPr bwMode="auto">
              <a:xfrm rot="0">
                <a:off x="0" y="0"/>
                <a:ext cx="1754795" cy="1728480"/>
              </a:xfrm>
              <a:custGeom>
                <a:avLst/>
                <a:gdLst/>
                <a:ahLst/>
                <a:cxnLst/>
                <a:rect l="0" t="0" r="r" b="b"/>
                <a:pathLst>
                  <a:path w="43200" h="43200" fill="norm" stroke="1" extrusionOk="0">
                    <a:moveTo>
                      <a:pt x="3144" y="43126"/>
                    </a:moveTo>
                    <a:cubicBezTo>
                      <a:pt x="3144" y="43126"/>
                      <a:pt x="0" y="11051"/>
                      <a:pt x="0" y="0"/>
                    </a:cubicBezTo>
                    <a:cubicBezTo>
                      <a:pt x="3447" y="931"/>
                      <a:pt x="3144" y="859"/>
                      <a:pt x="3144" y="859"/>
                    </a:cubicBezTo>
                    <a:cubicBezTo>
                      <a:pt x="3144" y="859"/>
                      <a:pt x="41502" y="39522"/>
                      <a:pt x="43200" y="41208"/>
                    </a:cubicBezTo>
                    <a:cubicBezTo>
                      <a:pt x="42760" y="42751"/>
                      <a:pt x="43091" y="41856"/>
                      <a:pt x="42650" y="43200"/>
                    </a:cubicBezTo>
                    <a:cubicBezTo>
                      <a:pt x="30235" y="42357"/>
                      <a:pt x="15428" y="42539"/>
                      <a:pt x="3144" y="43126"/>
                    </a:cubicBezTo>
                    <a:close/>
                    <a:moveTo>
                      <a:pt x="34553" y="38625"/>
                    </a:moveTo>
                    <a:cubicBezTo>
                      <a:pt x="34553" y="38625"/>
                      <a:pt x="6801" y="10453"/>
                      <a:pt x="6801" y="10453"/>
                    </a:cubicBezTo>
                    <a:cubicBezTo>
                      <a:pt x="6801" y="10453"/>
                      <a:pt x="6801" y="38625"/>
                      <a:pt x="6801" y="38625"/>
                    </a:cubicBezTo>
                    <a:lnTo>
                      <a:pt x="34553" y="38625"/>
                    </a:lnTo>
                    <a:close/>
                  </a:path>
                </a:pathLst>
              </a:custGeom>
              <a:solidFill>
                <a:schemeClr val="bg1"/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</p:sp>
          <p:sp>
            <p:nvSpPr>
              <p:cNvPr id="402919012" name=""/>
              <p:cNvSpPr/>
              <p:nvPr/>
            </p:nvSpPr>
            <p:spPr bwMode="auto">
              <a:xfrm>
                <a:off x="4563" y="34520"/>
                <a:ext cx="1691244" cy="1691244"/>
              </a:xfrm>
              <a:custGeom>
                <a:avLst/>
                <a:gdLst/>
                <a:ahLst/>
                <a:cxnLst/>
                <a:rect l="0" t="0" r="r" b="b"/>
                <a:pathLst>
                  <a:path w="1437408" h="1437410" fill="norm" stroke="1" extrusionOk="0">
                    <a:moveTo>
                      <a:pt x="0" y="1437410"/>
                    </a:moveTo>
                    <a:cubicBezTo>
                      <a:pt x="0" y="1437410"/>
                      <a:pt x="0" y="0"/>
                      <a:pt x="0" y="0"/>
                    </a:cubicBezTo>
                    <a:cubicBezTo>
                      <a:pt x="0" y="0"/>
                      <a:pt x="1437408" y="1437410"/>
                      <a:pt x="1437408" y="1437410"/>
                    </a:cubicBezTo>
                    <a:cubicBezTo>
                      <a:pt x="1437408" y="1437410"/>
                      <a:pt x="0" y="1437410"/>
                      <a:pt x="0" y="1437410"/>
                    </a:cubicBezTo>
                    <a:close/>
                    <a:moveTo>
                      <a:pt x="1084336" y="1284347"/>
                    </a:moveTo>
                    <a:cubicBezTo>
                      <a:pt x="1084336" y="1284347"/>
                      <a:pt x="126233" y="326245"/>
                      <a:pt x="126233" y="326245"/>
                    </a:cubicBezTo>
                    <a:cubicBezTo>
                      <a:pt x="126233" y="326245"/>
                      <a:pt x="126233" y="1284347"/>
                      <a:pt x="126233" y="1284347"/>
                    </a:cubicBezTo>
                    <a:cubicBezTo>
                      <a:pt x="126233" y="1284347"/>
                      <a:pt x="1084336" y="1284347"/>
                      <a:pt x="1084336" y="1284347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</p:sp>
        </p:grpSp>
      </p:grpSp>
      <p:grpSp>
        <p:nvGrpSpPr>
          <p:cNvPr id="1076317785" name=""/>
          <p:cNvGrpSpPr/>
          <p:nvPr/>
        </p:nvGrpSpPr>
        <p:grpSpPr bwMode="auto">
          <a:xfrm flipH="1">
            <a:off x="5224375" y="5155132"/>
            <a:ext cx="714375" cy="714375"/>
            <a:chOff x="0" y="0"/>
            <a:chExt cx="714375" cy="714375"/>
          </a:xfrm>
        </p:grpSpPr>
        <p:sp>
          <p:nvSpPr>
            <p:cNvPr id="213626742" name=""/>
            <p:cNvSpPr/>
            <p:nvPr/>
          </p:nvSpPr>
          <p:spPr bwMode="auto">
            <a:xfrm rot="0" flipH="0" flipV="0">
              <a:off x="0" y="476246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61797523" name=""/>
            <p:cNvSpPr/>
            <p:nvPr/>
          </p:nvSpPr>
          <p:spPr bwMode="auto">
            <a:xfrm rot="0" flipH="0" flipV="0">
              <a:off x="238124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97854709" name=""/>
            <p:cNvSpPr/>
            <p:nvPr/>
          </p:nvSpPr>
          <p:spPr bwMode="auto">
            <a:xfrm rot="0" flipH="0" flipV="0">
              <a:off x="476247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sp>
        <p:nvSpPr>
          <p:cNvPr id="1571003204" name=""/>
          <p:cNvSpPr/>
          <p:nvPr/>
        </p:nvSpPr>
        <p:spPr bwMode="auto">
          <a:xfrm rot="12090796" flipH="0" flipV="0">
            <a:off x="4247784" y="4931696"/>
            <a:ext cx="371752" cy="115563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358" y="3712"/>
                </a:moveTo>
                <a:cubicBezTo>
                  <a:pt x="19358" y="3712"/>
                  <a:pt x="31709" y="811"/>
                  <a:pt x="38709" y="55"/>
                </a:cubicBezTo>
                <a:cubicBezTo>
                  <a:pt x="38595" y="-55"/>
                  <a:pt x="43200" y="1132"/>
                  <a:pt x="43200" y="1132"/>
                </a:cubicBezTo>
                <a:cubicBezTo>
                  <a:pt x="43200" y="1132"/>
                  <a:pt x="37143" y="22423"/>
                  <a:pt x="37143" y="22423"/>
                </a:cubicBezTo>
                <a:cubicBezTo>
                  <a:pt x="37143" y="22423"/>
                  <a:pt x="16158" y="23607"/>
                  <a:pt x="16158" y="23607"/>
                </a:cubicBezTo>
                <a:cubicBezTo>
                  <a:pt x="16158" y="23607"/>
                  <a:pt x="5361" y="43072"/>
                  <a:pt x="5163" y="43199"/>
                </a:cubicBezTo>
                <a:cubicBezTo>
                  <a:pt x="5163" y="43200"/>
                  <a:pt x="0" y="19892"/>
                  <a:pt x="0" y="19892"/>
                </a:cubicBezTo>
                <a:cubicBezTo>
                  <a:pt x="0" y="19892"/>
                  <a:pt x="19358" y="19344"/>
                  <a:pt x="19358" y="19344"/>
                </a:cubicBezTo>
                <a:cubicBezTo>
                  <a:pt x="19358" y="19344"/>
                  <a:pt x="19358" y="3712"/>
                  <a:pt x="19358" y="3712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</p:spPr>
      </p:sp>
      <p:grpSp>
        <p:nvGrpSpPr>
          <p:cNvPr id="988737287" name=""/>
          <p:cNvGrpSpPr/>
          <p:nvPr/>
        </p:nvGrpSpPr>
        <p:grpSpPr bwMode="auto">
          <a:xfrm rot="12090796" flipH="0" flipV="0">
            <a:off x="4091580" y="4824792"/>
            <a:ext cx="419301" cy="1155631"/>
            <a:chOff x="0" y="0"/>
            <a:chExt cx="419301" cy="1155631"/>
          </a:xfrm>
        </p:grpSpPr>
        <p:sp>
          <p:nvSpPr>
            <p:cNvPr id="1093248390" name=""/>
            <p:cNvSpPr/>
            <p:nvPr/>
          </p:nvSpPr>
          <p:spPr bwMode="auto">
            <a:xfrm rot="0" flipH="0" flipV="0">
              <a:off x="47543" y="0"/>
              <a:ext cx="371752" cy="1155631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58" y="3712"/>
                  </a:moveTo>
                  <a:cubicBezTo>
                    <a:pt x="19358" y="3712"/>
                    <a:pt x="31709" y="811"/>
                    <a:pt x="38709" y="55"/>
                  </a:cubicBezTo>
                  <a:cubicBezTo>
                    <a:pt x="38595" y="-55"/>
                    <a:pt x="43200" y="1132"/>
                    <a:pt x="43200" y="1132"/>
                  </a:cubicBezTo>
                  <a:cubicBezTo>
                    <a:pt x="43200" y="1132"/>
                    <a:pt x="37143" y="22423"/>
                    <a:pt x="37143" y="22423"/>
                  </a:cubicBezTo>
                  <a:cubicBezTo>
                    <a:pt x="37143" y="22423"/>
                    <a:pt x="16158" y="23607"/>
                    <a:pt x="16158" y="23607"/>
                  </a:cubicBezTo>
                  <a:cubicBezTo>
                    <a:pt x="16158" y="23607"/>
                    <a:pt x="5361" y="43072"/>
                    <a:pt x="5163" y="43199"/>
                  </a:cubicBezTo>
                  <a:cubicBezTo>
                    <a:pt x="5163" y="43200"/>
                    <a:pt x="0" y="19892"/>
                    <a:pt x="0" y="19892"/>
                  </a:cubicBezTo>
                  <a:cubicBezTo>
                    <a:pt x="0" y="19892"/>
                    <a:pt x="19358" y="19344"/>
                    <a:pt x="19358" y="19344"/>
                  </a:cubicBezTo>
                  <a:cubicBezTo>
                    <a:pt x="19358" y="19344"/>
                    <a:pt x="19358" y="3712"/>
                    <a:pt x="19358" y="3712"/>
                  </a:cubicBezTo>
                  <a:close/>
                </a:path>
              </a:pathLst>
            </a:cu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  <p:sp>
          <p:nvSpPr>
            <p:cNvPr id="838360883" name=""/>
            <p:cNvSpPr/>
            <p:nvPr/>
          </p:nvSpPr>
          <p:spPr bwMode="auto">
            <a:xfrm rot="0">
              <a:off x="0" y="8487"/>
              <a:ext cx="371756" cy="1138653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62" y="2530"/>
                  </a:moveTo>
                  <a:cubicBezTo>
                    <a:pt x="19362" y="2530"/>
                    <a:pt x="43200" y="0"/>
                    <a:pt x="43200" y="0"/>
                  </a:cubicBezTo>
                  <a:cubicBezTo>
                    <a:pt x="43200" y="0"/>
                    <a:pt x="37144" y="20880"/>
                    <a:pt x="37144" y="20880"/>
                  </a:cubicBezTo>
                  <a:cubicBezTo>
                    <a:pt x="37144" y="20880"/>
                    <a:pt x="16162" y="22043"/>
                    <a:pt x="16162" y="22043"/>
                  </a:cubicBezTo>
                  <a:cubicBezTo>
                    <a:pt x="16162" y="22043"/>
                    <a:pt x="10432" y="43072"/>
                    <a:pt x="10234" y="43199"/>
                  </a:cubicBezTo>
                  <a:cubicBezTo>
                    <a:pt x="10234" y="43200"/>
                    <a:pt x="0" y="18399"/>
                    <a:pt x="0" y="18399"/>
                  </a:cubicBezTo>
                  <a:cubicBezTo>
                    <a:pt x="0" y="18399"/>
                    <a:pt x="19362" y="17861"/>
                    <a:pt x="19362" y="17861"/>
                  </a:cubicBezTo>
                  <a:cubicBezTo>
                    <a:pt x="19362" y="17861"/>
                    <a:pt x="19362" y="2530"/>
                    <a:pt x="19362" y="2530"/>
                  </a:cubicBezTo>
                  <a:close/>
                </a:path>
              </a:pathLst>
            </a:custGeom>
            <a:solidFill>
              <a:srgbClr val="FFD966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</p:grpSp>
      <p:sp>
        <p:nvSpPr>
          <p:cNvPr id="1113893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7609519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2801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3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9493225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1" y="0"/>
            <a:ext cx="12181170" cy="6858000"/>
          </a:xfrm>
          <a:prstGeom prst="rect">
            <a:avLst/>
          </a:prstGeom>
        </p:spPr>
      </p:pic>
      <p:sp>
        <p:nvSpPr>
          <p:cNvPr id="1270795874" name="Title 1"/>
          <p:cNvSpPr>
            <a:spLocks noGrp="1"/>
          </p:cNvSpPr>
          <p:nvPr>
            <p:ph type="title"/>
          </p:nvPr>
        </p:nvSpPr>
        <p:spPr bwMode="auto">
          <a:xfrm>
            <a:off x="841248" y="365760"/>
            <a:ext cx="10515600" cy="1325561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CLICK TO EDIT MASTER TITLE </a:t>
            </a:r>
            <a:endParaRPr/>
          </a:p>
        </p:txBody>
      </p:sp>
      <p:sp>
        <p:nvSpPr>
          <p:cNvPr id="189303021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6" y="1691321"/>
            <a:ext cx="10515600" cy="448881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545125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3807519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6432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grpSp>
        <p:nvGrpSpPr>
          <p:cNvPr id="1538503795" name=""/>
          <p:cNvGrpSpPr/>
          <p:nvPr/>
        </p:nvGrpSpPr>
        <p:grpSpPr bwMode="auto">
          <a:xfrm flipH="0" flipV="0">
            <a:off x="1001214" y="667224"/>
            <a:ext cx="722630" cy="722630"/>
            <a:chOff x="0" y="0"/>
            <a:chExt cx="722630" cy="722630"/>
          </a:xfrm>
        </p:grpSpPr>
        <p:sp>
          <p:nvSpPr>
            <p:cNvPr id="1618261400" name=""/>
            <p:cNvSpPr/>
            <p:nvPr/>
          </p:nvSpPr>
          <p:spPr bwMode="auto">
            <a:xfrm rot="0" flipH="0" flipV="0">
              <a:off x="0" y="0"/>
              <a:ext cx="722630" cy="722630"/>
            </a:xfrm>
            <a:prstGeom prst="rect">
              <a:avLst/>
            </a:prstGeom>
            <a:solidFill>
              <a:srgbClr val="FFD966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739669913" name=""/>
            <p:cNvGrpSpPr/>
            <p:nvPr/>
          </p:nvGrpSpPr>
          <p:grpSpPr bwMode="auto">
            <a:xfrm flipH="0" flipV="0">
              <a:off x="102060" y="123831"/>
              <a:ext cx="518508" cy="474966"/>
              <a:chOff x="0" y="0"/>
              <a:chExt cx="518508" cy="474966"/>
            </a:xfrm>
          </p:grpSpPr>
          <p:sp>
            <p:nvSpPr>
              <p:cNvPr id="1114267915" name=""/>
              <p:cNvSpPr/>
              <p:nvPr/>
            </p:nvSpPr>
            <p:spPr bwMode="auto">
              <a:xfrm rot="0" flipH="0" flipV="0">
                <a:off x="423513" y="189984"/>
                <a:ext cx="94990" cy="9499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94539986" name=""/>
              <p:cNvSpPr/>
              <p:nvPr/>
            </p:nvSpPr>
            <p:spPr bwMode="auto">
              <a:xfrm rot="0" flipH="0" flipV="0">
                <a:off x="328518" y="94990"/>
                <a:ext cx="94990" cy="9499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6307046" name=""/>
              <p:cNvSpPr/>
              <p:nvPr/>
            </p:nvSpPr>
            <p:spPr bwMode="auto">
              <a:xfrm rot="0" flipH="0" flipV="0">
                <a:off x="247239" y="0"/>
                <a:ext cx="94990" cy="9499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83606547" name=""/>
              <p:cNvSpPr/>
              <p:nvPr/>
            </p:nvSpPr>
            <p:spPr bwMode="auto">
              <a:xfrm rot="0" flipH="0" flipV="0">
                <a:off x="328518" y="284978"/>
                <a:ext cx="94990" cy="9499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43636512" name=""/>
              <p:cNvSpPr/>
              <p:nvPr/>
            </p:nvSpPr>
            <p:spPr bwMode="auto">
              <a:xfrm rot="0" flipH="0" flipV="0">
                <a:off x="233523" y="379973"/>
                <a:ext cx="94990" cy="9499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47550420" name=""/>
              <p:cNvSpPr/>
              <p:nvPr/>
            </p:nvSpPr>
            <p:spPr bwMode="auto">
              <a:xfrm rot="0" flipH="0" flipV="0">
                <a:off x="0" y="189984"/>
                <a:ext cx="281020" cy="9499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5524082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0" y="0"/>
            <a:ext cx="12181169" cy="6858000"/>
          </a:xfrm>
          <a:prstGeom prst="rect">
            <a:avLst/>
          </a:prstGeom>
        </p:spPr>
      </p:pic>
      <p:sp>
        <p:nvSpPr>
          <p:cNvPr id="531317864" name="Title 1"/>
          <p:cNvSpPr>
            <a:spLocks noGrp="1"/>
          </p:cNvSpPr>
          <p:nvPr>
            <p:ph type="title"/>
          </p:nvPr>
        </p:nvSpPr>
        <p:spPr bwMode="auto">
          <a:xfrm>
            <a:off x="841248" y="365760"/>
            <a:ext cx="10515600" cy="1325560"/>
          </a:xfrm>
          <a:prstGeom prst="rect">
            <a:avLst/>
          </a:prstGeom>
          <a:noFill/>
          <a:ln w="38100">
            <a:noFill/>
            <a:prstDash val="solid"/>
          </a:ln>
          <a:effectLst/>
        </p:spPr>
        <p:txBody>
          <a:bodyPr/>
          <a:lstStyle/>
          <a:p>
            <a:pPr>
              <a:defRPr/>
            </a:pPr>
            <a:r>
              <a:rPr/>
              <a:t>CLICK TO EDIT MASTER TITLE </a:t>
            </a:r>
            <a:endParaRPr/>
          </a:p>
        </p:txBody>
      </p:sp>
      <p:sp>
        <p:nvSpPr>
          <p:cNvPr id="180241216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5" y="1691320"/>
            <a:ext cx="10515600" cy="448881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437057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32C15BC-88AB-99F0-5947-E08182B7514E}" type="datetimeFigureOut">
              <a:rPr/>
              <a:t/>
            </a:fld>
            <a:endParaRPr/>
          </a:p>
        </p:txBody>
      </p:sp>
      <p:sp>
        <p:nvSpPr>
          <p:cNvPr id="1561710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10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3078DE-06EF-AA9B-BFC1-D6282B7BD3AB}" type="slidenum">
              <a:rPr/>
              <a:t/>
            </a:fld>
            <a:endParaRPr/>
          </a:p>
        </p:txBody>
      </p:sp>
      <p:grpSp>
        <p:nvGrpSpPr>
          <p:cNvPr id="1764461721" name=""/>
          <p:cNvGrpSpPr/>
          <p:nvPr/>
        </p:nvGrpSpPr>
        <p:grpSpPr bwMode="auto">
          <a:xfrm rot="5399942" flipH="0" flipV="0">
            <a:off x="2368289" y="-2375392"/>
            <a:ext cx="897507" cy="5634090"/>
            <a:chOff x="0" y="0"/>
            <a:chExt cx="897507" cy="5634090"/>
          </a:xfrm>
        </p:grpSpPr>
        <p:sp>
          <p:nvSpPr>
            <p:cNvPr id="1678972035" name=""/>
            <p:cNvSpPr/>
            <p:nvPr/>
          </p:nvSpPr>
          <p:spPr bwMode="auto">
            <a:xfrm rot="0" flipH="0" flipV="0">
              <a:off x="0" y="1878021"/>
              <a:ext cx="299163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96446253" name=""/>
            <p:cNvSpPr/>
            <p:nvPr/>
          </p:nvSpPr>
          <p:spPr bwMode="auto">
            <a:xfrm rot="0" flipH="0" flipV="0">
              <a:off x="299163" y="0"/>
              <a:ext cx="299163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85922706" name=""/>
            <p:cNvSpPr/>
            <p:nvPr/>
          </p:nvSpPr>
          <p:spPr bwMode="auto">
            <a:xfrm rot="0" flipH="0" flipV="0">
              <a:off x="598334" y="1878021"/>
              <a:ext cx="299163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5238177" name=""/>
            <p:cNvSpPr/>
            <p:nvPr/>
          </p:nvSpPr>
          <p:spPr bwMode="auto">
            <a:xfrm rot="0" flipH="0" flipV="0">
              <a:off x="299163" y="3756055"/>
              <a:ext cx="299163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41488049" name=""/>
          <p:cNvGrpSpPr/>
          <p:nvPr/>
        </p:nvGrpSpPr>
        <p:grpSpPr bwMode="auto">
          <a:xfrm rot="5399942" flipH="0" flipV="0">
            <a:off x="8928633" y="-2375392"/>
            <a:ext cx="897507" cy="5634090"/>
            <a:chOff x="0" y="0"/>
            <a:chExt cx="897507" cy="5634090"/>
          </a:xfrm>
        </p:grpSpPr>
        <p:sp>
          <p:nvSpPr>
            <p:cNvPr id="176286823" name=""/>
            <p:cNvSpPr/>
            <p:nvPr/>
          </p:nvSpPr>
          <p:spPr bwMode="auto">
            <a:xfrm rot="0" flipH="0" flipV="0">
              <a:off x="0" y="1878021"/>
              <a:ext cx="299163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32972091" name=""/>
            <p:cNvSpPr/>
            <p:nvPr/>
          </p:nvSpPr>
          <p:spPr bwMode="auto">
            <a:xfrm rot="0" flipH="0" flipV="0">
              <a:off x="299163" y="0"/>
              <a:ext cx="299163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54558733" name=""/>
            <p:cNvSpPr/>
            <p:nvPr/>
          </p:nvSpPr>
          <p:spPr bwMode="auto">
            <a:xfrm rot="0" flipH="0" flipV="0">
              <a:off x="598334" y="1878021"/>
              <a:ext cx="299163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95689989" name=""/>
            <p:cNvSpPr/>
            <p:nvPr/>
          </p:nvSpPr>
          <p:spPr bwMode="auto">
            <a:xfrm rot="0" flipH="0" flipV="0">
              <a:off x="299163" y="3756055"/>
              <a:ext cx="299163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67454196" name=""/>
          <p:cNvSpPr/>
          <p:nvPr/>
        </p:nvSpPr>
        <p:spPr bwMode="auto">
          <a:xfrm rot="2452144" flipH="0" flipV="0">
            <a:off x="11249293" y="1929277"/>
            <a:ext cx="404015" cy="125592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358" y="3712"/>
                </a:moveTo>
                <a:cubicBezTo>
                  <a:pt x="19358" y="3712"/>
                  <a:pt x="31709" y="811"/>
                  <a:pt x="38709" y="55"/>
                </a:cubicBezTo>
                <a:cubicBezTo>
                  <a:pt x="38595" y="-55"/>
                  <a:pt x="43200" y="1132"/>
                  <a:pt x="43200" y="1132"/>
                </a:cubicBezTo>
                <a:cubicBezTo>
                  <a:pt x="43200" y="1132"/>
                  <a:pt x="37143" y="22423"/>
                  <a:pt x="37143" y="22423"/>
                </a:cubicBezTo>
                <a:cubicBezTo>
                  <a:pt x="37143" y="22423"/>
                  <a:pt x="16158" y="23607"/>
                  <a:pt x="16158" y="23607"/>
                </a:cubicBezTo>
                <a:cubicBezTo>
                  <a:pt x="16158" y="23607"/>
                  <a:pt x="5361" y="43072"/>
                  <a:pt x="5163" y="43199"/>
                </a:cubicBezTo>
                <a:cubicBezTo>
                  <a:pt x="5163" y="43200"/>
                  <a:pt x="0" y="19892"/>
                  <a:pt x="0" y="19892"/>
                </a:cubicBezTo>
                <a:cubicBezTo>
                  <a:pt x="0" y="19892"/>
                  <a:pt x="19358" y="19344"/>
                  <a:pt x="19358" y="19344"/>
                </a:cubicBezTo>
                <a:cubicBezTo>
                  <a:pt x="19358" y="19344"/>
                  <a:pt x="19358" y="3712"/>
                  <a:pt x="19358" y="3712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</p:spPr>
      </p:sp>
      <p:grpSp>
        <p:nvGrpSpPr>
          <p:cNvPr id="1072766135" name=""/>
          <p:cNvGrpSpPr/>
          <p:nvPr/>
        </p:nvGrpSpPr>
        <p:grpSpPr bwMode="auto">
          <a:xfrm rot="2452144" flipH="0" flipV="0">
            <a:off x="11117089" y="1745739"/>
            <a:ext cx="455688" cy="1255924"/>
            <a:chOff x="0" y="0"/>
            <a:chExt cx="455688" cy="1255924"/>
          </a:xfrm>
        </p:grpSpPr>
        <p:sp>
          <p:nvSpPr>
            <p:cNvPr id="1338806913" name=""/>
            <p:cNvSpPr/>
            <p:nvPr/>
          </p:nvSpPr>
          <p:spPr bwMode="auto">
            <a:xfrm rot="0" flipH="0" flipV="0">
              <a:off x="51669" y="0"/>
              <a:ext cx="404015" cy="1255924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58" y="3712"/>
                  </a:moveTo>
                  <a:cubicBezTo>
                    <a:pt x="19358" y="3712"/>
                    <a:pt x="31709" y="811"/>
                    <a:pt x="38709" y="55"/>
                  </a:cubicBezTo>
                  <a:cubicBezTo>
                    <a:pt x="38595" y="-55"/>
                    <a:pt x="43200" y="1132"/>
                    <a:pt x="43200" y="1132"/>
                  </a:cubicBezTo>
                  <a:cubicBezTo>
                    <a:pt x="43200" y="1132"/>
                    <a:pt x="37143" y="22423"/>
                    <a:pt x="37143" y="22423"/>
                  </a:cubicBezTo>
                  <a:cubicBezTo>
                    <a:pt x="37143" y="22423"/>
                    <a:pt x="16158" y="23607"/>
                    <a:pt x="16158" y="23607"/>
                  </a:cubicBezTo>
                  <a:cubicBezTo>
                    <a:pt x="16158" y="23607"/>
                    <a:pt x="5361" y="43072"/>
                    <a:pt x="5163" y="43199"/>
                  </a:cubicBezTo>
                  <a:cubicBezTo>
                    <a:pt x="5163" y="43200"/>
                    <a:pt x="0" y="19892"/>
                    <a:pt x="0" y="19892"/>
                  </a:cubicBezTo>
                  <a:cubicBezTo>
                    <a:pt x="0" y="19892"/>
                    <a:pt x="19358" y="19344"/>
                    <a:pt x="19358" y="19344"/>
                  </a:cubicBezTo>
                  <a:cubicBezTo>
                    <a:pt x="19358" y="19344"/>
                    <a:pt x="19358" y="3712"/>
                    <a:pt x="19358" y="3712"/>
                  </a:cubicBezTo>
                  <a:close/>
                </a:path>
              </a:pathLst>
            </a:cu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  <p:sp>
          <p:nvSpPr>
            <p:cNvPr id="825275517" name=""/>
            <p:cNvSpPr/>
            <p:nvPr/>
          </p:nvSpPr>
          <p:spPr bwMode="auto">
            <a:xfrm rot="0">
              <a:off x="0" y="9222"/>
              <a:ext cx="404019" cy="1237469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62" y="2530"/>
                  </a:moveTo>
                  <a:cubicBezTo>
                    <a:pt x="19362" y="2530"/>
                    <a:pt x="43200" y="0"/>
                    <a:pt x="43200" y="0"/>
                  </a:cubicBezTo>
                  <a:cubicBezTo>
                    <a:pt x="43200" y="0"/>
                    <a:pt x="37144" y="20880"/>
                    <a:pt x="37144" y="20880"/>
                  </a:cubicBezTo>
                  <a:cubicBezTo>
                    <a:pt x="37144" y="20880"/>
                    <a:pt x="16162" y="22043"/>
                    <a:pt x="16162" y="22043"/>
                  </a:cubicBezTo>
                  <a:cubicBezTo>
                    <a:pt x="16162" y="22043"/>
                    <a:pt x="10432" y="43072"/>
                    <a:pt x="10234" y="43199"/>
                  </a:cubicBezTo>
                  <a:cubicBezTo>
                    <a:pt x="10234" y="43200"/>
                    <a:pt x="0" y="18399"/>
                    <a:pt x="0" y="18399"/>
                  </a:cubicBezTo>
                  <a:cubicBezTo>
                    <a:pt x="0" y="18399"/>
                    <a:pt x="19362" y="17861"/>
                    <a:pt x="19362" y="17861"/>
                  </a:cubicBezTo>
                  <a:cubicBezTo>
                    <a:pt x="19362" y="17861"/>
                    <a:pt x="19362" y="2530"/>
                    <a:pt x="19362" y="2530"/>
                  </a:cubicBezTo>
                  <a:close/>
                </a:path>
              </a:pathLst>
            </a:custGeom>
            <a:solidFill>
              <a:srgbClr val="FFD966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</p:grpSp>
      <p:grpSp>
        <p:nvGrpSpPr>
          <p:cNvPr id="825168158" name=""/>
          <p:cNvGrpSpPr/>
          <p:nvPr/>
        </p:nvGrpSpPr>
        <p:grpSpPr bwMode="auto">
          <a:xfrm>
            <a:off x="11002845" y="542450"/>
            <a:ext cx="623556" cy="987093"/>
            <a:chOff x="0" y="0"/>
            <a:chExt cx="623556" cy="987093"/>
          </a:xfrm>
        </p:grpSpPr>
        <p:sp>
          <p:nvSpPr>
            <p:cNvPr id="738985380" name=""/>
            <p:cNvSpPr/>
            <p:nvPr/>
          </p:nvSpPr>
          <p:spPr bwMode="auto">
            <a:xfrm rot="0" flipH="0" flipV="0">
              <a:off x="0" y="0"/>
              <a:ext cx="623556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7481139" name=""/>
            <p:cNvSpPr/>
            <p:nvPr/>
          </p:nvSpPr>
          <p:spPr bwMode="auto">
            <a:xfrm rot="0" flipH="0" flipV="0">
              <a:off x="274315" y="278982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22940491" name=""/>
            <p:cNvSpPr/>
            <p:nvPr/>
          </p:nvSpPr>
          <p:spPr bwMode="auto">
            <a:xfrm rot="0" flipH="0" flipV="0">
              <a:off x="34285" y="47763"/>
              <a:ext cx="68580" cy="231213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3146752" name=""/>
            <p:cNvSpPr/>
            <p:nvPr/>
          </p:nvSpPr>
          <p:spPr bwMode="auto">
            <a:xfrm rot="0" flipH="0" flipV="0">
              <a:off x="516251" y="60507"/>
              <a:ext cx="68580" cy="231213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02097612" name=""/>
            <p:cNvSpPr/>
            <p:nvPr/>
          </p:nvSpPr>
          <p:spPr bwMode="auto">
            <a:xfrm rot="0" flipH="0" flipV="0">
              <a:off x="68575" y="276321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43658212" name=""/>
            <p:cNvSpPr/>
            <p:nvPr/>
          </p:nvSpPr>
          <p:spPr bwMode="auto">
            <a:xfrm rot="0" flipH="0" flipV="0">
              <a:off x="481960" y="289936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31471486" name=""/>
            <p:cNvSpPr/>
            <p:nvPr/>
          </p:nvSpPr>
          <p:spPr bwMode="auto">
            <a:xfrm rot="0" flipH="0" flipV="0">
              <a:off x="415071" y="347932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5791670" name=""/>
            <p:cNvSpPr/>
            <p:nvPr/>
          </p:nvSpPr>
          <p:spPr bwMode="auto">
            <a:xfrm rot="0" flipH="0" flipV="0">
              <a:off x="137155" y="344901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70691646" name=""/>
            <p:cNvSpPr/>
            <p:nvPr/>
          </p:nvSpPr>
          <p:spPr bwMode="auto">
            <a:xfrm rot="0" flipH="0" flipV="0">
              <a:off x="205735" y="211779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89395439" name=""/>
            <p:cNvSpPr/>
            <p:nvPr/>
          </p:nvSpPr>
          <p:spPr bwMode="auto">
            <a:xfrm rot="0" flipH="0" flipV="0">
              <a:off x="346491" y="207741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2146845" name=""/>
            <p:cNvSpPr/>
            <p:nvPr/>
          </p:nvSpPr>
          <p:spPr bwMode="auto">
            <a:xfrm rot="0" flipH="0" flipV="0">
              <a:off x="205735" y="413481"/>
              <a:ext cx="68580" cy="1393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11536832" name=""/>
            <p:cNvSpPr/>
            <p:nvPr/>
          </p:nvSpPr>
          <p:spPr bwMode="auto">
            <a:xfrm rot="0" flipH="0" flipV="0">
              <a:off x="346491" y="413481"/>
              <a:ext cx="68580" cy="1393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27706729" name=""/>
            <p:cNvSpPr/>
            <p:nvPr/>
          </p:nvSpPr>
          <p:spPr bwMode="auto">
            <a:xfrm rot="0" flipH="0" flipV="0">
              <a:off x="137155" y="55280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46066299" name=""/>
            <p:cNvSpPr/>
            <p:nvPr/>
          </p:nvSpPr>
          <p:spPr bwMode="auto">
            <a:xfrm rot="0" flipH="0" flipV="0">
              <a:off x="413380" y="55280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15268731" name=""/>
            <p:cNvSpPr/>
            <p:nvPr/>
          </p:nvSpPr>
          <p:spPr bwMode="auto">
            <a:xfrm rot="0" flipH="0" flipV="0">
              <a:off x="68575" y="62138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88741980" name=""/>
            <p:cNvSpPr/>
            <p:nvPr/>
          </p:nvSpPr>
          <p:spPr bwMode="auto">
            <a:xfrm rot="0" flipH="0" flipV="0">
              <a:off x="481959" y="62138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7069046" name=""/>
            <p:cNvSpPr/>
            <p:nvPr/>
          </p:nvSpPr>
          <p:spPr bwMode="auto">
            <a:xfrm rot="0" flipH="0" flipV="0">
              <a:off x="34285" y="689967"/>
              <a:ext cx="68580" cy="231213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48469446" name=""/>
            <p:cNvSpPr/>
            <p:nvPr/>
          </p:nvSpPr>
          <p:spPr bwMode="auto">
            <a:xfrm rot="0" flipH="0" flipV="0">
              <a:off x="516251" y="689967"/>
              <a:ext cx="68580" cy="231213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97519994" name=""/>
            <p:cNvSpPr/>
            <p:nvPr/>
          </p:nvSpPr>
          <p:spPr bwMode="auto">
            <a:xfrm rot="0" flipH="0" flipV="0">
              <a:off x="0" y="918513"/>
              <a:ext cx="623556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32584457" name=""/>
            <p:cNvSpPr/>
            <p:nvPr/>
          </p:nvSpPr>
          <p:spPr bwMode="auto">
            <a:xfrm>
              <a:off x="137155" y="689967"/>
              <a:ext cx="342894" cy="189652"/>
            </a:xfrm>
            <a:custGeom>
              <a:avLst/>
              <a:gdLst/>
              <a:ahLst/>
              <a:cxnLst/>
              <a:rect l="0" t="0" r="r" b="b"/>
              <a:pathLst>
                <a:path w="342898" h="189656" fill="norm" stroke="1" extrusionOk="0">
                  <a:moveTo>
                    <a:pt x="136206" y="0"/>
                  </a:moveTo>
                  <a:cubicBezTo>
                    <a:pt x="136206" y="0"/>
                    <a:pt x="204786" y="0"/>
                    <a:pt x="204786" y="0"/>
                  </a:cubicBezTo>
                  <a:cubicBezTo>
                    <a:pt x="204786" y="0"/>
                    <a:pt x="204786" y="52496"/>
                    <a:pt x="204786" y="52496"/>
                  </a:cubicBezTo>
                  <a:cubicBezTo>
                    <a:pt x="204786" y="52496"/>
                    <a:pt x="273366" y="52496"/>
                    <a:pt x="273366" y="52496"/>
                  </a:cubicBezTo>
                  <a:cubicBezTo>
                    <a:pt x="273366" y="52496"/>
                    <a:pt x="273366" y="121076"/>
                    <a:pt x="273366" y="121076"/>
                  </a:cubicBezTo>
                  <a:cubicBezTo>
                    <a:pt x="273366" y="121076"/>
                    <a:pt x="342898" y="121076"/>
                    <a:pt x="342898" y="121076"/>
                  </a:cubicBezTo>
                  <a:cubicBezTo>
                    <a:pt x="342898" y="121076"/>
                    <a:pt x="342898" y="189656"/>
                    <a:pt x="342898" y="189656"/>
                  </a:cubicBezTo>
                  <a:cubicBezTo>
                    <a:pt x="342898" y="189656"/>
                    <a:pt x="0" y="189656"/>
                    <a:pt x="0" y="189656"/>
                  </a:cubicBezTo>
                  <a:cubicBezTo>
                    <a:pt x="0" y="189656"/>
                    <a:pt x="0" y="121076"/>
                    <a:pt x="0" y="121076"/>
                  </a:cubicBezTo>
                  <a:cubicBezTo>
                    <a:pt x="0" y="121076"/>
                    <a:pt x="69532" y="121076"/>
                    <a:pt x="69532" y="121076"/>
                  </a:cubicBezTo>
                  <a:cubicBezTo>
                    <a:pt x="69532" y="121076"/>
                    <a:pt x="69532" y="52496"/>
                    <a:pt x="69532" y="52496"/>
                  </a:cubicBezTo>
                  <a:cubicBezTo>
                    <a:pt x="69532" y="52496"/>
                    <a:pt x="136206" y="52496"/>
                    <a:pt x="136206" y="52496"/>
                  </a:cubicBezTo>
                  <a:cubicBezTo>
                    <a:pt x="136206" y="52496"/>
                    <a:pt x="136206" y="0"/>
                    <a:pt x="136206" y="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grpSp>
        <p:nvGrpSpPr>
          <p:cNvPr id="1787977250" name=""/>
          <p:cNvGrpSpPr/>
          <p:nvPr/>
        </p:nvGrpSpPr>
        <p:grpSpPr bwMode="auto">
          <a:xfrm flipH="0" flipV="0">
            <a:off x="338527" y="347637"/>
            <a:ext cx="511515" cy="511515"/>
            <a:chOff x="0" y="0"/>
            <a:chExt cx="511515" cy="511515"/>
          </a:xfrm>
        </p:grpSpPr>
        <p:sp>
          <p:nvSpPr>
            <p:cNvPr id="2001820578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4913743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213012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19503330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904784285" name=""/>
          <p:cNvGrpSpPr/>
          <p:nvPr/>
        </p:nvGrpSpPr>
        <p:grpSpPr bwMode="auto">
          <a:xfrm flipH="0" flipV="0">
            <a:off x="315221" y="6001227"/>
            <a:ext cx="511515" cy="511515"/>
            <a:chOff x="0" y="0"/>
            <a:chExt cx="511515" cy="511515"/>
          </a:xfrm>
        </p:grpSpPr>
        <p:sp>
          <p:nvSpPr>
            <p:cNvPr id="1797395230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8974457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1798573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9401627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720121630" name=""/>
          <p:cNvGrpSpPr/>
          <p:nvPr/>
        </p:nvGrpSpPr>
        <p:grpSpPr bwMode="auto">
          <a:xfrm rot="16199932">
            <a:off x="10872531" y="5722700"/>
            <a:ext cx="714375" cy="714375"/>
            <a:chOff x="0" y="0"/>
            <a:chExt cx="714375" cy="714375"/>
          </a:xfrm>
        </p:grpSpPr>
        <p:sp>
          <p:nvSpPr>
            <p:cNvPr id="1424412697" name=""/>
            <p:cNvSpPr/>
            <p:nvPr/>
          </p:nvSpPr>
          <p:spPr bwMode="auto">
            <a:xfrm rot="0" flipH="0" flipV="0">
              <a:off x="0" y="476245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42473417" name=""/>
            <p:cNvSpPr/>
            <p:nvPr/>
          </p:nvSpPr>
          <p:spPr bwMode="auto">
            <a:xfrm rot="0" flipH="0" flipV="0">
              <a:off x="238123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70503068" name=""/>
            <p:cNvSpPr/>
            <p:nvPr/>
          </p:nvSpPr>
          <p:spPr bwMode="auto">
            <a:xfrm rot="0" flipH="0" flipV="0">
              <a:off x="476246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sp>
        <p:nvSpPr>
          <p:cNvPr id="1996105469" name=""/>
          <p:cNvSpPr/>
          <p:nvPr/>
        </p:nvSpPr>
        <p:spPr bwMode="auto">
          <a:xfrm flipH="0" flipV="0">
            <a:off x="396284" y="1300024"/>
            <a:ext cx="1936372" cy="355743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1"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840408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1" y="0"/>
            <a:ext cx="12181170" cy="6858000"/>
          </a:xfrm>
          <a:prstGeom prst="rect">
            <a:avLst/>
          </a:prstGeom>
        </p:spPr>
      </p:pic>
      <p:sp>
        <p:nvSpPr>
          <p:cNvPr id="952739741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2714672" y="3968266"/>
            <a:ext cx="6791738" cy="150018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>
                <a:solidFill>
                  <a:schemeClr val="tx1"/>
                </a:solidFill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</a:defRPr>
            </a:lvl3pPr>
            <a:lvl4pPr marL="1371600" indent="0" algn="ctr">
              <a:buNone/>
              <a:defRPr sz="1600">
                <a:solidFill>
                  <a:schemeClr val="tx1"/>
                </a:solidFill>
              </a:defRPr>
            </a:lvl4pPr>
            <a:lvl5pPr marL="1828800" indent="0" algn="ctr">
              <a:buNone/>
              <a:defRPr sz="1600">
                <a:solidFill>
                  <a:schemeClr val="tx1"/>
                </a:solidFill>
              </a:defRPr>
            </a:lvl5pPr>
            <a:lvl6pPr marL="2286000" indent="0" algn="ctr">
              <a:buNone/>
              <a:defRPr sz="1600">
                <a:solidFill>
                  <a:schemeClr val="tx1"/>
                </a:solidFill>
              </a:defRPr>
            </a:lvl6pPr>
            <a:lvl7pPr marL="2743200" indent="0" algn="ctr">
              <a:buNone/>
              <a:defRPr sz="1600">
                <a:solidFill>
                  <a:schemeClr val="tx1"/>
                </a:solidFill>
              </a:defRPr>
            </a:lvl7pPr>
            <a:lvl8pPr marL="3200400" indent="0" algn="ctr">
              <a:buNone/>
              <a:defRPr sz="1600">
                <a:solidFill>
                  <a:schemeClr val="tx1"/>
                </a:solidFill>
              </a:defRPr>
            </a:lvl8pPr>
            <a:lvl9pPr marL="3657600" indent="0" algn="ctr"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670963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12095232" name=""/>
          <p:cNvGrpSpPr/>
          <p:nvPr/>
        </p:nvGrpSpPr>
        <p:grpSpPr bwMode="auto">
          <a:xfrm rot="5399909" flipH="0" flipV="0">
            <a:off x="7934772" y="2605428"/>
            <a:ext cx="1169966" cy="7344468"/>
            <a:chOff x="0" y="0"/>
            <a:chExt cx="1169966" cy="7344468"/>
          </a:xfrm>
        </p:grpSpPr>
        <p:sp>
          <p:nvSpPr>
            <p:cNvPr id="1620451767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03317001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29135304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4511185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95213003" name=""/>
          <p:cNvGrpSpPr/>
          <p:nvPr/>
        </p:nvGrpSpPr>
        <p:grpSpPr bwMode="auto">
          <a:xfrm rot="5399909" flipH="0" flipV="0">
            <a:off x="3087246" y="-3087153"/>
            <a:ext cx="1169966" cy="7344468"/>
            <a:chOff x="0" y="0"/>
            <a:chExt cx="1169966" cy="7344468"/>
          </a:xfrm>
        </p:grpSpPr>
        <p:sp>
          <p:nvSpPr>
            <p:cNvPr id="1345914874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01061633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80171932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97577807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559046220" name=""/>
          <p:cNvGrpSpPr/>
          <p:nvPr/>
        </p:nvGrpSpPr>
        <p:grpSpPr bwMode="auto">
          <a:xfrm flipH="0" flipV="0">
            <a:off x="865296" y="142389"/>
            <a:ext cx="2105496" cy="962703"/>
            <a:chOff x="0" y="0"/>
            <a:chExt cx="2105496" cy="962703"/>
          </a:xfrm>
        </p:grpSpPr>
        <p:sp>
          <p:nvSpPr>
            <p:cNvPr id="99753566" name=""/>
            <p:cNvSpPr/>
            <p:nvPr/>
          </p:nvSpPr>
          <p:spPr bwMode="auto">
            <a:xfrm rot="0" flipH="0" flipV="0">
              <a:off x="0" y="0"/>
              <a:ext cx="2105496" cy="962703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469112138" name=""/>
            <p:cNvSpPr/>
            <p:nvPr/>
          </p:nvSpPr>
          <p:spPr bwMode="auto">
            <a:xfrm rot="0" flipH="0" flipV="0">
              <a:off x="142337" y="493155"/>
              <a:ext cx="1963151" cy="469548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sp>
        <p:nvSpPr>
          <p:cNvPr id="1645731468" name=""/>
          <p:cNvSpPr/>
          <p:nvPr/>
        </p:nvSpPr>
        <p:spPr bwMode="auto">
          <a:xfrm>
            <a:off x="1033578" y="4662803"/>
            <a:ext cx="1302796" cy="1421075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1518503436" name=""/>
          <p:cNvGrpSpPr/>
          <p:nvPr/>
        </p:nvGrpSpPr>
        <p:grpSpPr bwMode="auto">
          <a:xfrm rot="19308276" flipH="0" flipV="0">
            <a:off x="967564" y="4377036"/>
            <a:ext cx="901116" cy="1572687"/>
            <a:chOff x="0" y="0"/>
            <a:chExt cx="901116" cy="1572687"/>
          </a:xfrm>
        </p:grpSpPr>
        <p:sp>
          <p:nvSpPr>
            <p:cNvPr id="2087687749" name=""/>
            <p:cNvSpPr/>
            <p:nvPr/>
          </p:nvSpPr>
          <p:spPr bwMode="auto">
            <a:xfrm>
              <a:off x="0" y="386"/>
              <a:ext cx="777627" cy="1572294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96374816" name=""/>
            <p:cNvSpPr/>
            <p:nvPr/>
          </p:nvSpPr>
          <p:spPr bwMode="auto">
            <a:xfrm rot="0" flipH="0" flipV="0">
              <a:off x="687099" y="0"/>
              <a:ext cx="214011" cy="398502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28984753" name=""/>
            <p:cNvSpPr/>
            <p:nvPr/>
          </p:nvSpPr>
          <p:spPr bwMode="auto">
            <a:xfrm rot="0" flipH="0" flipV="0">
              <a:off x="687099" y="1174178"/>
              <a:ext cx="214011" cy="398502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267656943" name=""/>
          <p:cNvGrpSpPr/>
          <p:nvPr/>
        </p:nvGrpSpPr>
        <p:grpSpPr bwMode="auto">
          <a:xfrm rot="10799989">
            <a:off x="3561273" y="6150089"/>
            <a:ext cx="714375" cy="714375"/>
            <a:chOff x="0" y="0"/>
            <a:chExt cx="714375" cy="714375"/>
          </a:xfrm>
        </p:grpSpPr>
        <p:sp>
          <p:nvSpPr>
            <p:cNvPr id="180510228" name=""/>
            <p:cNvSpPr/>
            <p:nvPr/>
          </p:nvSpPr>
          <p:spPr bwMode="auto">
            <a:xfrm rot="0" flipH="0" flipV="0">
              <a:off x="0" y="476244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26033951" name=""/>
            <p:cNvSpPr/>
            <p:nvPr/>
          </p:nvSpPr>
          <p:spPr bwMode="auto">
            <a:xfrm rot="0" flipH="0" flipV="0">
              <a:off x="238122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5731396" name=""/>
            <p:cNvSpPr/>
            <p:nvPr/>
          </p:nvSpPr>
          <p:spPr bwMode="auto">
            <a:xfrm rot="0" flipH="0" flipV="0">
              <a:off x="476245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grpSp>
        <p:nvGrpSpPr>
          <p:cNvPr id="131648786" name=""/>
          <p:cNvGrpSpPr/>
          <p:nvPr/>
        </p:nvGrpSpPr>
        <p:grpSpPr bwMode="auto">
          <a:xfrm flipH="0" flipV="0">
            <a:off x="10668839" y="2714229"/>
            <a:ext cx="1536021" cy="1351359"/>
            <a:chOff x="0" y="0"/>
            <a:chExt cx="1536021" cy="1351359"/>
          </a:xfrm>
        </p:grpSpPr>
        <p:sp>
          <p:nvSpPr>
            <p:cNvPr id="86261079" name=""/>
            <p:cNvSpPr/>
            <p:nvPr/>
          </p:nvSpPr>
          <p:spPr bwMode="auto">
            <a:xfrm>
              <a:off x="0" y="0"/>
              <a:ext cx="1536021" cy="1351359"/>
            </a:xfrm>
            <a:custGeom>
              <a:avLst/>
              <a:gdLst/>
              <a:ahLst/>
              <a:cxnLst/>
              <a:rect l="0" t="0" r="r" b="b"/>
              <a:pathLst>
                <a:path w="1809131" h="1591634" fill="norm" stroke="1" extrusionOk="0">
                  <a:moveTo>
                    <a:pt x="1326610" y="0"/>
                  </a:moveTo>
                  <a:cubicBezTo>
                    <a:pt x="1326610" y="0"/>
                    <a:pt x="1531244" y="0"/>
                    <a:pt x="1531244" y="0"/>
                  </a:cubicBezTo>
                  <a:cubicBezTo>
                    <a:pt x="1531244" y="0"/>
                    <a:pt x="1531244" y="204633"/>
                    <a:pt x="1531244" y="204633"/>
                  </a:cubicBezTo>
                  <a:cubicBezTo>
                    <a:pt x="1531244" y="204633"/>
                    <a:pt x="1756847" y="204633"/>
                    <a:pt x="1756847" y="204633"/>
                  </a:cubicBezTo>
                  <a:cubicBezTo>
                    <a:pt x="1756847" y="204633"/>
                    <a:pt x="1756847" y="409265"/>
                    <a:pt x="1756847" y="409265"/>
                  </a:cubicBezTo>
                  <a:cubicBezTo>
                    <a:pt x="1756847" y="409265"/>
                    <a:pt x="1085534" y="409265"/>
                    <a:pt x="1085534" y="409265"/>
                  </a:cubicBezTo>
                  <a:cubicBezTo>
                    <a:pt x="1085534" y="409265"/>
                    <a:pt x="1085534" y="204633"/>
                    <a:pt x="1085534" y="204633"/>
                  </a:cubicBezTo>
                  <a:cubicBezTo>
                    <a:pt x="1085534" y="204633"/>
                    <a:pt x="1326610" y="204633"/>
                    <a:pt x="1326610" y="204633"/>
                  </a:cubicBezTo>
                  <a:cubicBezTo>
                    <a:pt x="1326610" y="204633"/>
                    <a:pt x="1326610" y="0"/>
                    <a:pt x="1326610" y="0"/>
                  </a:cubicBezTo>
                  <a:close/>
                  <a:moveTo>
                    <a:pt x="883452" y="409273"/>
                  </a:moveTo>
                  <a:cubicBezTo>
                    <a:pt x="883452" y="409273"/>
                    <a:pt x="1809131" y="409273"/>
                    <a:pt x="1809131" y="409273"/>
                  </a:cubicBezTo>
                  <a:cubicBezTo>
                    <a:pt x="1809131" y="409273"/>
                    <a:pt x="1809130" y="1591633"/>
                    <a:pt x="1809130" y="1591633"/>
                  </a:cubicBezTo>
                  <a:cubicBezTo>
                    <a:pt x="1809130" y="1591633"/>
                    <a:pt x="712994" y="1591633"/>
                    <a:pt x="712994" y="1591633"/>
                  </a:cubicBezTo>
                  <a:cubicBezTo>
                    <a:pt x="712994" y="1591633"/>
                    <a:pt x="712997" y="1432449"/>
                    <a:pt x="712997" y="1432449"/>
                  </a:cubicBezTo>
                  <a:cubicBezTo>
                    <a:pt x="712997" y="1432449"/>
                    <a:pt x="0" y="1432449"/>
                    <a:pt x="0" y="1432449"/>
                  </a:cubicBezTo>
                  <a:cubicBezTo>
                    <a:pt x="0" y="1432449"/>
                    <a:pt x="0" y="1227814"/>
                    <a:pt x="0" y="1227814"/>
                  </a:cubicBezTo>
                  <a:cubicBezTo>
                    <a:pt x="0" y="1227814"/>
                    <a:pt x="212134" y="1227814"/>
                    <a:pt x="212134" y="1227814"/>
                  </a:cubicBezTo>
                  <a:cubicBezTo>
                    <a:pt x="212134" y="1227814"/>
                    <a:pt x="212134" y="1023180"/>
                    <a:pt x="212134" y="1023180"/>
                  </a:cubicBezTo>
                  <a:cubicBezTo>
                    <a:pt x="212134" y="1023180"/>
                    <a:pt x="414223" y="1023180"/>
                    <a:pt x="414223" y="1023180"/>
                  </a:cubicBezTo>
                  <a:cubicBezTo>
                    <a:pt x="414223" y="1023180"/>
                    <a:pt x="414223" y="818545"/>
                    <a:pt x="414223" y="818545"/>
                  </a:cubicBezTo>
                  <a:cubicBezTo>
                    <a:pt x="414223" y="818545"/>
                    <a:pt x="712994" y="818545"/>
                    <a:pt x="712994" y="818545"/>
                  </a:cubicBezTo>
                  <a:cubicBezTo>
                    <a:pt x="712994" y="818545"/>
                    <a:pt x="712994" y="613911"/>
                    <a:pt x="712994" y="613911"/>
                  </a:cubicBezTo>
                  <a:cubicBezTo>
                    <a:pt x="712994" y="613911"/>
                    <a:pt x="883452" y="613911"/>
                    <a:pt x="883452" y="613911"/>
                  </a:cubicBezTo>
                  <a:cubicBezTo>
                    <a:pt x="883452" y="613911"/>
                    <a:pt x="883452" y="409273"/>
                    <a:pt x="883452" y="40927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</p:sp>
        <p:sp>
          <p:nvSpPr>
            <p:cNvPr id="445129079" name=""/>
            <p:cNvSpPr/>
            <p:nvPr/>
          </p:nvSpPr>
          <p:spPr bwMode="auto">
            <a:xfrm>
              <a:off x="188248" y="684072"/>
              <a:ext cx="1347768" cy="659106"/>
            </a:xfrm>
            <a:custGeom>
              <a:avLst/>
              <a:gdLst/>
              <a:ahLst/>
              <a:cxnLst/>
              <a:rect l="0" t="0" r="r" b="b"/>
              <a:pathLst>
                <a:path w="1587407" h="776302" fill="norm" stroke="1" extrusionOk="0">
                  <a:moveTo>
                    <a:pt x="960781" y="0"/>
                  </a:moveTo>
                  <a:cubicBezTo>
                    <a:pt x="960781" y="0"/>
                    <a:pt x="1177614" y="0"/>
                    <a:pt x="1177614" y="0"/>
                  </a:cubicBezTo>
                  <a:cubicBezTo>
                    <a:pt x="1177614" y="0"/>
                    <a:pt x="1177614" y="181348"/>
                    <a:pt x="1177614" y="181348"/>
                  </a:cubicBezTo>
                  <a:cubicBezTo>
                    <a:pt x="1177614" y="181348"/>
                    <a:pt x="1303868" y="181348"/>
                    <a:pt x="1303868" y="181348"/>
                  </a:cubicBezTo>
                  <a:cubicBezTo>
                    <a:pt x="1303868" y="181348"/>
                    <a:pt x="1303868" y="374334"/>
                    <a:pt x="1303868" y="374334"/>
                  </a:cubicBezTo>
                  <a:cubicBezTo>
                    <a:pt x="1303868" y="374334"/>
                    <a:pt x="1521740" y="374334"/>
                    <a:pt x="1521740" y="374334"/>
                  </a:cubicBezTo>
                  <a:cubicBezTo>
                    <a:pt x="1521740" y="374334"/>
                    <a:pt x="1521740" y="546608"/>
                    <a:pt x="1521740" y="546608"/>
                  </a:cubicBezTo>
                  <a:cubicBezTo>
                    <a:pt x="1521740" y="546608"/>
                    <a:pt x="1587406" y="546608"/>
                    <a:pt x="1587406" y="546608"/>
                  </a:cubicBezTo>
                  <a:cubicBezTo>
                    <a:pt x="1587406" y="546608"/>
                    <a:pt x="1587406" y="776302"/>
                    <a:pt x="1587406" y="776302"/>
                  </a:cubicBezTo>
                  <a:cubicBezTo>
                    <a:pt x="1587406" y="776302"/>
                    <a:pt x="0" y="776302"/>
                    <a:pt x="0" y="776302"/>
                  </a:cubicBezTo>
                  <a:cubicBezTo>
                    <a:pt x="0" y="776302"/>
                    <a:pt x="0" y="546608"/>
                    <a:pt x="0" y="546608"/>
                  </a:cubicBezTo>
                  <a:cubicBezTo>
                    <a:pt x="0" y="546608"/>
                    <a:pt x="315834" y="546601"/>
                    <a:pt x="315834" y="546601"/>
                  </a:cubicBezTo>
                  <a:cubicBezTo>
                    <a:pt x="315834" y="546601"/>
                    <a:pt x="315834" y="374334"/>
                    <a:pt x="315834" y="374334"/>
                  </a:cubicBezTo>
                  <a:cubicBezTo>
                    <a:pt x="315834" y="374334"/>
                    <a:pt x="834534" y="374334"/>
                    <a:pt x="834534" y="374334"/>
                  </a:cubicBezTo>
                  <a:cubicBezTo>
                    <a:pt x="834534" y="374334"/>
                    <a:pt x="834534" y="181348"/>
                    <a:pt x="834534" y="181348"/>
                  </a:cubicBezTo>
                  <a:cubicBezTo>
                    <a:pt x="834534" y="181348"/>
                    <a:pt x="960781" y="181344"/>
                    <a:pt x="960781" y="181344"/>
                  </a:cubicBezTo>
                  <a:cubicBezTo>
                    <a:pt x="960781" y="181344"/>
                    <a:pt x="960781" y="0"/>
                    <a:pt x="9607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</p:sp>
      </p:grpSp>
      <p:sp>
        <p:nvSpPr>
          <p:cNvPr id="1374436309" name=""/>
          <p:cNvSpPr/>
          <p:nvPr/>
        </p:nvSpPr>
        <p:spPr bwMode="auto">
          <a:xfrm rot="0" flipH="0" flipV="0">
            <a:off x="11684268" y="702477"/>
            <a:ext cx="238122" cy="238122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1547837" name=""/>
          <p:cNvSpPr/>
          <p:nvPr/>
        </p:nvSpPr>
        <p:spPr bwMode="auto">
          <a:xfrm rot="0" flipH="0" flipV="0">
            <a:off x="11922391" y="904306"/>
            <a:ext cx="238122" cy="23812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17211617" name=""/>
          <p:cNvGrpSpPr/>
          <p:nvPr/>
        </p:nvGrpSpPr>
        <p:grpSpPr bwMode="auto">
          <a:xfrm flipH="0" flipV="0">
            <a:off x="310458" y="2568987"/>
            <a:ext cx="2715094" cy="1241434"/>
            <a:chOff x="0" y="0"/>
            <a:chExt cx="2715094" cy="1241434"/>
          </a:xfrm>
        </p:grpSpPr>
        <p:sp>
          <p:nvSpPr>
            <p:cNvPr id="818353705" name=""/>
            <p:cNvSpPr/>
            <p:nvPr/>
          </p:nvSpPr>
          <p:spPr bwMode="auto">
            <a:xfrm rot="0" flipH="0" flipV="0">
              <a:off x="0" y="0"/>
              <a:ext cx="2715094" cy="1241434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2700000" sx="100000" sy="100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1249389356" name=""/>
            <p:cNvSpPr/>
            <p:nvPr/>
          </p:nvSpPr>
          <p:spPr bwMode="auto">
            <a:xfrm rot="0" flipH="0" flipV="0">
              <a:off x="183548" y="635940"/>
              <a:ext cx="2531541" cy="605493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2700000" sx="100000" sy="100000" algn="tl" rotWithShape="0">
                <a:prstClr val="black">
                  <a:alpha val="40000"/>
                </a:prstClr>
              </a:outerShdw>
            </a:effectLst>
          </p:spPr>
        </p:sp>
      </p:grpSp>
      <p:grpSp>
        <p:nvGrpSpPr>
          <p:cNvPr id="194291208" name=""/>
          <p:cNvGrpSpPr/>
          <p:nvPr/>
        </p:nvGrpSpPr>
        <p:grpSpPr bwMode="auto">
          <a:xfrm flipH="0" flipV="0">
            <a:off x="11428509" y="6176036"/>
            <a:ext cx="511515" cy="511515"/>
            <a:chOff x="0" y="0"/>
            <a:chExt cx="511515" cy="511515"/>
          </a:xfrm>
        </p:grpSpPr>
        <p:sp>
          <p:nvSpPr>
            <p:cNvPr id="1986295954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56124643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77023522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51815963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982378369" name=""/>
          <p:cNvSpPr/>
          <p:nvPr/>
        </p:nvSpPr>
        <p:spPr bwMode="auto">
          <a:xfrm flipH="0" flipV="0">
            <a:off x="6061070" y="6032925"/>
            <a:ext cx="2876339" cy="528429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grpSp>
        <p:nvGrpSpPr>
          <p:cNvPr id="9727045" name=""/>
          <p:cNvGrpSpPr/>
          <p:nvPr/>
        </p:nvGrpSpPr>
        <p:grpSpPr bwMode="auto">
          <a:xfrm flipH="0" flipV="0">
            <a:off x="522414" y="5933921"/>
            <a:ext cx="511515" cy="511515"/>
            <a:chOff x="0" y="0"/>
            <a:chExt cx="511515" cy="511515"/>
          </a:xfrm>
        </p:grpSpPr>
        <p:sp>
          <p:nvSpPr>
            <p:cNvPr id="278968623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05422642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10013270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9048976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844524518" name=""/>
          <p:cNvGrpSpPr/>
          <p:nvPr/>
        </p:nvGrpSpPr>
        <p:grpSpPr bwMode="auto">
          <a:xfrm flipH="0" flipV="0">
            <a:off x="245088" y="287803"/>
            <a:ext cx="511515" cy="511515"/>
            <a:chOff x="0" y="0"/>
            <a:chExt cx="511515" cy="511515"/>
          </a:xfrm>
        </p:grpSpPr>
        <p:sp>
          <p:nvSpPr>
            <p:cNvPr id="575706430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0557299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6181771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94651968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96964956" name=""/>
          <p:cNvSpPr/>
          <p:nvPr/>
        </p:nvSpPr>
        <p:spPr bwMode="auto">
          <a:xfrm flipH="0" flipV="0">
            <a:off x="6971794" y="548211"/>
            <a:ext cx="1487790" cy="273330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grpSp>
        <p:nvGrpSpPr>
          <p:cNvPr id="1403518209" name=""/>
          <p:cNvGrpSpPr/>
          <p:nvPr/>
        </p:nvGrpSpPr>
        <p:grpSpPr bwMode="auto">
          <a:xfrm>
            <a:off x="9775924" y="3205275"/>
            <a:ext cx="724851" cy="693504"/>
            <a:chOff x="0" y="0"/>
            <a:chExt cx="724851" cy="693504"/>
          </a:xfrm>
        </p:grpSpPr>
        <p:sp>
          <p:nvSpPr>
            <p:cNvPr id="62017090" name=""/>
            <p:cNvSpPr/>
            <p:nvPr/>
          </p:nvSpPr>
          <p:spPr bwMode="auto">
            <a:xfrm rot="1070858" flipH="0" flipV="0">
              <a:off x="183886" y="198414"/>
              <a:ext cx="540956" cy="495090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58319831" name=""/>
            <p:cNvGrpSpPr/>
            <p:nvPr/>
          </p:nvGrpSpPr>
          <p:grpSpPr bwMode="auto">
            <a:xfrm rot="663277" flipH="0" flipV="0">
              <a:off x="0" y="0"/>
              <a:ext cx="628022" cy="581787"/>
              <a:chOff x="0" y="0"/>
              <a:chExt cx="628022" cy="581787"/>
            </a:xfrm>
          </p:grpSpPr>
          <p:sp>
            <p:nvSpPr>
              <p:cNvPr id="312449786" name=""/>
              <p:cNvSpPr/>
              <p:nvPr/>
            </p:nvSpPr>
            <p:spPr bwMode="auto">
              <a:xfrm>
                <a:off x="43344" y="43344"/>
                <a:ext cx="540956" cy="495090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1048430720" name=""/>
              <p:cNvSpPr/>
              <p:nvPr/>
            </p:nvSpPr>
            <p:spPr bwMode="auto">
              <a:xfrm>
                <a:off x="120396" y="140634"/>
                <a:ext cx="85421" cy="86691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2137421687" name=""/>
              <p:cNvSpPr/>
              <p:nvPr/>
            </p:nvSpPr>
            <p:spPr bwMode="auto">
              <a:xfrm>
                <a:off x="260083" y="89532"/>
                <a:ext cx="324585" cy="448902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4171683" name=""/>
              <p:cNvGrpSpPr/>
              <p:nvPr/>
            </p:nvGrpSpPr>
            <p:grpSpPr bwMode="auto">
              <a:xfrm flipH="0" flipV="0">
                <a:off x="0" y="0"/>
                <a:ext cx="628022" cy="581787"/>
                <a:chOff x="0" y="0"/>
                <a:chExt cx="628022" cy="581787"/>
              </a:xfrm>
            </p:grpSpPr>
            <p:sp>
              <p:nvSpPr>
                <p:cNvPr id="460168212" name=""/>
                <p:cNvSpPr/>
                <p:nvPr/>
              </p:nvSpPr>
              <p:spPr bwMode="auto">
                <a:xfrm rot="0" flipH="0" flipV="0">
                  <a:off x="86691" y="0"/>
                  <a:ext cx="119126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02928011" name=""/>
                <p:cNvSpPr/>
                <p:nvPr/>
              </p:nvSpPr>
              <p:spPr bwMode="auto">
                <a:xfrm rot="0" flipH="0" flipV="0">
                  <a:off x="43344" y="4618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58709012" name=""/>
                <p:cNvSpPr/>
                <p:nvPr/>
              </p:nvSpPr>
              <p:spPr bwMode="auto">
                <a:xfrm rot="0" flipH="0" flipV="0">
                  <a:off x="205822" y="4618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63069481" name=""/>
                <p:cNvSpPr/>
                <p:nvPr/>
              </p:nvSpPr>
              <p:spPr bwMode="auto">
                <a:xfrm rot="0" flipH="0" flipV="0">
                  <a:off x="0" y="89613"/>
                  <a:ext cx="43344" cy="18873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23693127" name=""/>
                <p:cNvSpPr/>
                <p:nvPr/>
              </p:nvSpPr>
              <p:spPr bwMode="auto">
                <a:xfrm rot="0" flipH="0" flipV="0">
                  <a:off x="248805" y="89613"/>
                  <a:ext cx="43344" cy="7561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60062596" name=""/>
                <p:cNvSpPr/>
                <p:nvPr/>
              </p:nvSpPr>
              <p:spPr bwMode="auto">
                <a:xfrm rot="0" flipH="0" flipV="0">
                  <a:off x="292151" y="16230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37559768" name=""/>
                <p:cNvSpPr/>
                <p:nvPr/>
              </p:nvSpPr>
              <p:spPr bwMode="auto">
                <a:xfrm rot="0" flipH="0" flipV="0">
                  <a:off x="335502" y="89613"/>
                  <a:ext cx="43344" cy="7561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26039803" name=""/>
                <p:cNvSpPr/>
                <p:nvPr/>
              </p:nvSpPr>
              <p:spPr bwMode="auto">
                <a:xfrm rot="0" flipH="0" flipV="0">
                  <a:off x="378847" y="4618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75186887" name=""/>
                <p:cNvSpPr/>
                <p:nvPr/>
              </p:nvSpPr>
              <p:spPr bwMode="auto">
                <a:xfrm rot="0" flipH="0" flipV="0">
                  <a:off x="422199" y="2835"/>
                  <a:ext cx="119126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47272589" name=""/>
                <p:cNvSpPr/>
                <p:nvPr/>
              </p:nvSpPr>
              <p:spPr bwMode="auto">
                <a:xfrm rot="0" flipH="0" flipV="0">
                  <a:off x="541325" y="4618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62207418" name=""/>
                <p:cNvSpPr/>
                <p:nvPr/>
              </p:nvSpPr>
              <p:spPr bwMode="auto">
                <a:xfrm rot="0" flipH="0" flipV="0">
                  <a:off x="584676" y="89613"/>
                  <a:ext cx="43344" cy="18873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17635923" name=""/>
                <p:cNvSpPr/>
                <p:nvPr/>
              </p:nvSpPr>
              <p:spPr bwMode="auto">
                <a:xfrm rot="0" flipH="0" flipV="0">
                  <a:off x="43344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07987753" name=""/>
                <p:cNvSpPr/>
                <p:nvPr/>
              </p:nvSpPr>
              <p:spPr bwMode="auto">
                <a:xfrm rot="0" flipH="0" flipV="0">
                  <a:off x="545141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26799108" name=""/>
                <p:cNvSpPr/>
                <p:nvPr/>
              </p:nvSpPr>
              <p:spPr bwMode="auto">
                <a:xfrm rot="0" flipH="0" flipV="0">
                  <a:off x="501795" y="32169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53699246" name=""/>
                <p:cNvSpPr/>
                <p:nvPr/>
              </p:nvSpPr>
              <p:spPr bwMode="auto">
                <a:xfrm rot="0" flipH="0" flipV="0">
                  <a:off x="465066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09437421" name=""/>
                <p:cNvSpPr/>
                <p:nvPr/>
              </p:nvSpPr>
              <p:spPr bwMode="auto">
                <a:xfrm rot="0" flipH="0" flipV="0">
                  <a:off x="422199" y="40839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12831530" name=""/>
                <p:cNvSpPr/>
                <p:nvPr/>
              </p:nvSpPr>
              <p:spPr bwMode="auto">
                <a:xfrm rot="0" flipH="0" flipV="0">
                  <a:off x="86691" y="32169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7073415" name=""/>
                <p:cNvSpPr/>
                <p:nvPr/>
              </p:nvSpPr>
              <p:spPr bwMode="auto">
                <a:xfrm rot="0" flipH="0" flipV="0">
                  <a:off x="130041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82477187" name=""/>
                <p:cNvSpPr/>
                <p:nvPr/>
              </p:nvSpPr>
              <p:spPr bwMode="auto">
                <a:xfrm rot="0" flipH="0" flipV="0">
                  <a:off x="173387" y="40839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85183228" name=""/>
                <p:cNvSpPr/>
                <p:nvPr/>
              </p:nvSpPr>
              <p:spPr bwMode="auto">
                <a:xfrm rot="0" flipH="0" flipV="0">
                  <a:off x="216738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69918653" name=""/>
                <p:cNvSpPr/>
                <p:nvPr/>
              </p:nvSpPr>
              <p:spPr bwMode="auto">
                <a:xfrm rot="0" flipH="0" flipV="0">
                  <a:off x="260083" y="495090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3005483" name=""/>
                <p:cNvSpPr/>
                <p:nvPr/>
              </p:nvSpPr>
              <p:spPr bwMode="auto">
                <a:xfrm rot="0" flipH="0" flipV="0">
                  <a:off x="303435" y="538438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92126227" name=""/>
                <p:cNvSpPr/>
                <p:nvPr/>
              </p:nvSpPr>
              <p:spPr bwMode="auto">
                <a:xfrm rot="0" flipH="0" flipV="0">
                  <a:off x="346779" y="495090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53306531" name=""/>
                <p:cNvSpPr/>
                <p:nvPr/>
              </p:nvSpPr>
              <p:spPr bwMode="auto">
                <a:xfrm rot="0" flipH="0" flipV="0">
                  <a:off x="390127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grpSp>
        <p:nvGrpSpPr>
          <p:cNvPr id="13924687" name=""/>
          <p:cNvGrpSpPr/>
          <p:nvPr/>
        </p:nvGrpSpPr>
        <p:grpSpPr bwMode="auto">
          <a:xfrm flipH="1" flipV="0">
            <a:off x="1179157" y="1634726"/>
            <a:ext cx="499410" cy="477819"/>
            <a:chOff x="0" y="0"/>
            <a:chExt cx="499410" cy="477819"/>
          </a:xfrm>
        </p:grpSpPr>
        <p:sp>
          <p:nvSpPr>
            <p:cNvPr id="1823006192" name=""/>
            <p:cNvSpPr/>
            <p:nvPr/>
          </p:nvSpPr>
          <p:spPr bwMode="auto">
            <a:xfrm rot="1070858" flipH="0" flipV="0">
              <a:off x="126694" y="136701"/>
              <a:ext cx="372711" cy="341110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773684486" name=""/>
            <p:cNvGrpSpPr/>
            <p:nvPr/>
          </p:nvGrpSpPr>
          <p:grpSpPr bwMode="auto">
            <a:xfrm rot="663277" flipH="0" flipV="0">
              <a:off x="0" y="0"/>
              <a:ext cx="432702" cy="400843"/>
              <a:chOff x="0" y="0"/>
              <a:chExt cx="432702" cy="400843"/>
            </a:xfrm>
          </p:grpSpPr>
          <p:sp>
            <p:nvSpPr>
              <p:cNvPr id="227749475" name=""/>
              <p:cNvSpPr/>
              <p:nvPr/>
            </p:nvSpPr>
            <p:spPr bwMode="auto">
              <a:xfrm>
                <a:off x="29862" y="29862"/>
                <a:ext cx="372711" cy="341110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99068174" name=""/>
              <p:cNvSpPr/>
              <p:nvPr/>
            </p:nvSpPr>
            <p:spPr bwMode="auto">
              <a:xfrm>
                <a:off x="82953" y="96894"/>
                <a:ext cx="58853" cy="59728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1731028733" name=""/>
              <p:cNvSpPr/>
              <p:nvPr/>
            </p:nvSpPr>
            <p:spPr bwMode="auto">
              <a:xfrm>
                <a:off x="179193" y="61686"/>
                <a:ext cx="223634" cy="309286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13189222" name=""/>
              <p:cNvGrpSpPr/>
              <p:nvPr/>
            </p:nvGrpSpPr>
            <p:grpSpPr bwMode="auto">
              <a:xfrm flipH="0" flipV="0">
                <a:off x="0" y="0"/>
                <a:ext cx="432702" cy="400843"/>
                <a:chOff x="0" y="0"/>
                <a:chExt cx="432702" cy="400843"/>
              </a:xfrm>
            </p:grpSpPr>
            <p:sp>
              <p:nvSpPr>
                <p:cNvPr id="1433088310" name=""/>
                <p:cNvSpPr/>
                <p:nvPr/>
              </p:nvSpPr>
              <p:spPr bwMode="auto">
                <a:xfrm rot="0" flipH="0" flipV="0">
                  <a:off x="59728" y="0"/>
                  <a:ext cx="82074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94444882" name=""/>
                <p:cNvSpPr/>
                <p:nvPr/>
              </p:nvSpPr>
              <p:spPr bwMode="auto">
                <a:xfrm rot="0" flipH="0" flipV="0">
                  <a:off x="29862" y="3181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81791786" name=""/>
                <p:cNvSpPr/>
                <p:nvPr/>
              </p:nvSpPr>
              <p:spPr bwMode="auto">
                <a:xfrm rot="0" flipH="0" flipV="0">
                  <a:off x="141808" y="3181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41452469" name=""/>
                <p:cNvSpPr/>
                <p:nvPr/>
              </p:nvSpPr>
              <p:spPr bwMode="auto">
                <a:xfrm rot="0" flipH="0" flipV="0">
                  <a:off x="0" y="61740"/>
                  <a:ext cx="29862" cy="13003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46036096" name=""/>
                <p:cNvSpPr/>
                <p:nvPr/>
              </p:nvSpPr>
              <p:spPr bwMode="auto">
                <a:xfrm rot="0" flipH="0" flipV="0">
                  <a:off x="171423" y="61740"/>
                  <a:ext cx="29862" cy="5209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92156368" name=""/>
                <p:cNvSpPr/>
                <p:nvPr/>
              </p:nvSpPr>
              <p:spPr bwMode="auto">
                <a:xfrm rot="0" flipH="0" flipV="0">
                  <a:off x="201287" y="111826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27713828" name=""/>
                <p:cNvSpPr/>
                <p:nvPr/>
              </p:nvSpPr>
              <p:spPr bwMode="auto">
                <a:xfrm rot="0" flipH="0" flipV="0">
                  <a:off x="231156" y="61740"/>
                  <a:ext cx="29862" cy="5209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47993621" name=""/>
                <p:cNvSpPr/>
                <p:nvPr/>
              </p:nvSpPr>
              <p:spPr bwMode="auto">
                <a:xfrm rot="0" flipH="0" flipV="0">
                  <a:off x="261019" y="3181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6778534" name=""/>
                <p:cNvSpPr/>
                <p:nvPr/>
              </p:nvSpPr>
              <p:spPr bwMode="auto">
                <a:xfrm rot="0" flipH="0" flipV="0">
                  <a:off x="290889" y="1953"/>
                  <a:ext cx="82074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11785174" name=""/>
                <p:cNvSpPr/>
                <p:nvPr/>
              </p:nvSpPr>
              <p:spPr bwMode="auto">
                <a:xfrm rot="0" flipH="0" flipV="0">
                  <a:off x="372969" y="3181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2919907" name=""/>
                <p:cNvSpPr/>
                <p:nvPr/>
              </p:nvSpPr>
              <p:spPr bwMode="auto">
                <a:xfrm rot="0" flipH="0" flipV="0">
                  <a:off x="402832" y="61740"/>
                  <a:ext cx="29862" cy="13003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15230128" name=""/>
                <p:cNvSpPr/>
                <p:nvPr/>
              </p:nvSpPr>
              <p:spPr bwMode="auto">
                <a:xfrm rot="0" flipH="0" flipV="0">
                  <a:off x="29862" y="19178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4552222" name=""/>
                <p:cNvSpPr/>
                <p:nvPr/>
              </p:nvSpPr>
              <p:spPr bwMode="auto">
                <a:xfrm rot="0" flipH="0" flipV="0">
                  <a:off x="375594" y="19178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97495006" name=""/>
                <p:cNvSpPr/>
                <p:nvPr/>
              </p:nvSpPr>
              <p:spPr bwMode="auto">
                <a:xfrm rot="0" flipH="0" flipV="0">
                  <a:off x="345728" y="221644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00151561" name=""/>
                <p:cNvSpPr/>
                <p:nvPr/>
              </p:nvSpPr>
              <p:spPr bwMode="auto">
                <a:xfrm rot="0" flipH="0" flipV="0">
                  <a:off x="320421" y="251514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12172540" name=""/>
                <p:cNvSpPr/>
                <p:nvPr/>
              </p:nvSpPr>
              <p:spPr bwMode="auto">
                <a:xfrm rot="0" flipH="0" flipV="0">
                  <a:off x="290889" y="28137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55534442" name=""/>
                <p:cNvSpPr/>
                <p:nvPr/>
              </p:nvSpPr>
              <p:spPr bwMode="auto">
                <a:xfrm rot="0" flipH="0" flipV="0">
                  <a:off x="59727" y="221644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75430943" name=""/>
                <p:cNvSpPr/>
                <p:nvPr/>
              </p:nvSpPr>
              <p:spPr bwMode="auto">
                <a:xfrm rot="0" flipH="0" flipV="0">
                  <a:off x="89595" y="251514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66043144" name=""/>
                <p:cNvSpPr/>
                <p:nvPr/>
              </p:nvSpPr>
              <p:spPr bwMode="auto">
                <a:xfrm rot="0" flipH="0" flipV="0">
                  <a:off x="119460" y="28137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78963923" name=""/>
                <p:cNvSpPr/>
                <p:nvPr/>
              </p:nvSpPr>
              <p:spPr bwMode="auto">
                <a:xfrm rot="0" flipH="0" flipV="0">
                  <a:off x="149326" y="31124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96370810" name=""/>
                <p:cNvSpPr/>
                <p:nvPr/>
              </p:nvSpPr>
              <p:spPr bwMode="auto">
                <a:xfrm rot="0" flipH="0" flipV="0">
                  <a:off x="179193" y="341110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06826488" name=""/>
                <p:cNvSpPr/>
                <p:nvPr/>
              </p:nvSpPr>
              <p:spPr bwMode="auto">
                <a:xfrm rot="0" flipH="0" flipV="0">
                  <a:off x="209061" y="370980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88555043" name=""/>
                <p:cNvSpPr/>
                <p:nvPr/>
              </p:nvSpPr>
              <p:spPr bwMode="auto">
                <a:xfrm rot="0" flipH="0" flipV="0">
                  <a:off x="238925" y="341110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24296956" name=""/>
                <p:cNvSpPr/>
                <p:nvPr/>
              </p:nvSpPr>
              <p:spPr bwMode="auto">
                <a:xfrm rot="0" flipH="0" flipV="0">
                  <a:off x="268794" y="31124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grpSp>
        <p:nvGrpSpPr>
          <p:cNvPr id="24240604" name=""/>
          <p:cNvGrpSpPr/>
          <p:nvPr/>
        </p:nvGrpSpPr>
        <p:grpSpPr bwMode="auto">
          <a:xfrm flipH="0" flipV="0">
            <a:off x="9356729" y="4914059"/>
            <a:ext cx="2105496" cy="962703"/>
            <a:chOff x="0" y="0"/>
            <a:chExt cx="2105496" cy="962703"/>
          </a:xfrm>
        </p:grpSpPr>
        <p:sp>
          <p:nvSpPr>
            <p:cNvPr id="570642183" name=""/>
            <p:cNvSpPr/>
            <p:nvPr/>
          </p:nvSpPr>
          <p:spPr bwMode="auto">
            <a:xfrm rot="0" flipH="0" flipV="0">
              <a:off x="0" y="0"/>
              <a:ext cx="2105496" cy="962703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687521949" name=""/>
            <p:cNvSpPr/>
            <p:nvPr/>
          </p:nvSpPr>
          <p:spPr bwMode="auto">
            <a:xfrm rot="0" flipH="0" flipV="0">
              <a:off x="142337" y="493155"/>
              <a:ext cx="1963151" cy="469548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sp>
        <p:nvSpPr>
          <p:cNvPr id="28344710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714672" y="1088541"/>
            <a:ext cx="6791738" cy="28797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457200" tIns="45720" rIns="457200" bIns="45720" numCol="1" spcCol="0" rtlCol="0" fromWordArt="0" anchor="ctr" anchorCtr="0" forceAA="0" upright="0" compatLnSpc="0">
            <a:normAutofit/>
          </a:bodyPr>
          <a:lstStyle>
            <a:lvl1pPr>
              <a:defRPr sz="6000"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66774859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2714672" y="3968266"/>
            <a:ext cx="6791738" cy="150018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>
                <a:solidFill>
                  <a:schemeClr val="tx1"/>
                </a:solidFill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</a:defRPr>
            </a:lvl3pPr>
            <a:lvl4pPr marL="1371600" indent="0" algn="ctr">
              <a:buNone/>
              <a:defRPr sz="1600">
                <a:solidFill>
                  <a:schemeClr val="tx1"/>
                </a:solidFill>
              </a:defRPr>
            </a:lvl4pPr>
            <a:lvl5pPr marL="1828800" indent="0" algn="ctr">
              <a:buNone/>
              <a:defRPr sz="1600">
                <a:solidFill>
                  <a:schemeClr val="tx1"/>
                </a:solidFill>
              </a:defRPr>
            </a:lvl5pPr>
            <a:lvl6pPr marL="2286000" indent="0" algn="ctr">
              <a:buNone/>
              <a:defRPr sz="1600">
                <a:solidFill>
                  <a:schemeClr val="tx1"/>
                </a:solidFill>
              </a:defRPr>
            </a:lvl6pPr>
            <a:lvl7pPr marL="2743200" indent="0" algn="ctr">
              <a:buNone/>
              <a:defRPr sz="1600">
                <a:solidFill>
                  <a:schemeClr val="tx1"/>
                </a:solidFill>
              </a:defRPr>
            </a:lvl7pPr>
            <a:lvl8pPr marL="3200400" indent="0" algn="ctr">
              <a:buNone/>
              <a:defRPr sz="1600">
                <a:solidFill>
                  <a:schemeClr val="tx1"/>
                </a:solidFill>
              </a:defRPr>
            </a:lvl8pPr>
            <a:lvl9pPr marL="3657600" indent="0" algn="ctr"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438823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3532714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962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grpSp>
        <p:nvGrpSpPr>
          <p:cNvPr id="529469975" name=""/>
          <p:cNvGrpSpPr/>
          <p:nvPr/>
        </p:nvGrpSpPr>
        <p:grpSpPr bwMode="auto">
          <a:xfrm flipH="0" flipV="0">
            <a:off x="9924613" y="417411"/>
            <a:ext cx="1492668" cy="1487586"/>
            <a:chOff x="0" y="0"/>
            <a:chExt cx="1492668" cy="1487586"/>
          </a:xfrm>
        </p:grpSpPr>
        <p:sp>
          <p:nvSpPr>
            <p:cNvPr id="736480417" name=""/>
            <p:cNvSpPr/>
            <p:nvPr/>
          </p:nvSpPr>
          <p:spPr bwMode="auto">
            <a:xfrm rot="1537270">
              <a:off x="0" y="101767"/>
              <a:ext cx="1311311" cy="1385819"/>
            </a:xfrm>
            <a:custGeom>
              <a:avLst/>
              <a:gdLst/>
              <a:ahLst/>
              <a:cxnLst/>
              <a:rect l="0" t="0" r="r" b="b"/>
              <a:pathLst>
                <a:path w="1396998" h="1476374" fill="norm" stroke="1" extrusionOk="0">
                  <a:moveTo>
                    <a:pt x="0" y="0"/>
                  </a:moveTo>
                  <a:cubicBezTo>
                    <a:pt x="0" y="0"/>
                    <a:pt x="1080696" y="0"/>
                    <a:pt x="1080696" y="0"/>
                  </a:cubicBezTo>
                  <a:cubicBezTo>
                    <a:pt x="1080696" y="0"/>
                    <a:pt x="1396997" y="297693"/>
                    <a:pt x="1396997" y="297693"/>
                  </a:cubicBezTo>
                  <a:cubicBezTo>
                    <a:pt x="1396997" y="297693"/>
                    <a:pt x="1396997" y="1476373"/>
                    <a:pt x="1396997" y="1476373"/>
                  </a:cubicBezTo>
                  <a:cubicBezTo>
                    <a:pt x="1396997" y="1476373"/>
                    <a:pt x="0" y="1476373"/>
                    <a:pt x="0" y="1476373"/>
                  </a:cubicBezTo>
                  <a:cubicBezTo>
                    <a:pt x="0" y="1476373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38099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grpSp>
          <p:nvGrpSpPr>
            <p:cNvPr id="1926751451" name=""/>
            <p:cNvGrpSpPr/>
            <p:nvPr/>
          </p:nvGrpSpPr>
          <p:grpSpPr bwMode="auto">
            <a:xfrm rot="1546160" flipH="0" flipV="0">
              <a:off x="167784" y="0"/>
              <a:ext cx="1324882" cy="1400160"/>
              <a:chOff x="0" y="0"/>
              <a:chExt cx="1324882" cy="1400160"/>
            </a:xfrm>
          </p:grpSpPr>
          <p:grpSp>
            <p:nvGrpSpPr>
              <p:cNvPr id="1926163185" name=""/>
              <p:cNvGrpSpPr/>
              <p:nvPr/>
            </p:nvGrpSpPr>
            <p:grpSpPr bwMode="auto">
              <a:xfrm flipH="0" flipV="0">
                <a:off x="0" y="0"/>
                <a:ext cx="1324882" cy="1400160"/>
                <a:chOff x="0" y="0"/>
                <a:chExt cx="1324882" cy="1400160"/>
              </a:xfrm>
            </p:grpSpPr>
            <p:sp>
              <p:nvSpPr>
                <p:cNvPr id="2060291023" name=""/>
                <p:cNvSpPr/>
                <p:nvPr/>
              </p:nvSpPr>
              <p:spPr bwMode="auto">
                <a:xfrm>
                  <a:off x="0" y="0"/>
                  <a:ext cx="1324882" cy="140016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96999" h="1476375" fill="norm" stroke="1" extrusionOk="0">
                      <a:moveTo>
                        <a:pt x="0" y="0"/>
                      </a:moveTo>
                      <a:cubicBezTo>
                        <a:pt x="0" y="0"/>
                        <a:pt x="1080697" y="0"/>
                        <a:pt x="1080697" y="0"/>
                      </a:cubicBezTo>
                      <a:cubicBezTo>
                        <a:pt x="1080697" y="0"/>
                        <a:pt x="1396998" y="297694"/>
                        <a:pt x="1396998" y="297694"/>
                      </a:cubicBezTo>
                      <a:cubicBezTo>
                        <a:pt x="1396998" y="297694"/>
                        <a:pt x="1396998" y="1476374"/>
                        <a:pt x="1396998" y="1476374"/>
                      </a:cubicBezTo>
                      <a:cubicBezTo>
                        <a:pt x="1396998" y="1476374"/>
                        <a:pt x="0" y="1476374"/>
                        <a:pt x="0" y="1476374"/>
                      </a:cubicBezTo>
                      <a:cubicBezTo>
                        <a:pt x="0" y="1476374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D966"/>
                </a:solidFill>
                <a:ln w="38099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</p:sp>
            <p:sp>
              <p:nvSpPr>
                <p:cNvPr id="347035523" name=""/>
                <p:cNvSpPr/>
                <p:nvPr/>
              </p:nvSpPr>
              <p:spPr bwMode="auto">
                <a:xfrm rot="0" flipH="0" flipV="0">
                  <a:off x="1034901" y="39817"/>
                  <a:ext cx="256520" cy="24423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0" y="43200"/>
                      </a:moveTo>
                      <a:lnTo>
                        <a:pt x="892" y="0"/>
                      </a:lnTo>
                      <a:lnTo>
                        <a:pt x="43200" y="40572"/>
                      </a:lnTo>
                      <a:lnTo>
                        <a:pt x="0" y="4320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8099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1904996338" name=""/>
              <p:cNvGrpSpPr/>
              <p:nvPr/>
            </p:nvGrpSpPr>
            <p:grpSpPr bwMode="auto">
              <a:xfrm rot="0" flipH="0" flipV="0">
                <a:off x="218856" y="246584"/>
                <a:ext cx="887161" cy="906985"/>
                <a:chOff x="0" y="0"/>
                <a:chExt cx="887161" cy="906985"/>
              </a:xfrm>
            </p:grpSpPr>
            <p:sp>
              <p:nvSpPr>
                <p:cNvPr id="437878292" name=""/>
                <p:cNvSpPr/>
                <p:nvPr/>
              </p:nvSpPr>
              <p:spPr bwMode="auto">
                <a:xfrm rot="0" flipH="0" flipV="0">
                  <a:off x="188267" y="64180"/>
                  <a:ext cx="62753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25344521" name=""/>
                <p:cNvSpPr/>
                <p:nvPr/>
              </p:nvSpPr>
              <p:spPr bwMode="auto">
                <a:xfrm rot="0" flipH="0" flipV="0">
                  <a:off x="251026" y="0"/>
                  <a:ext cx="385101" cy="6418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50919310" name=""/>
                <p:cNvSpPr/>
                <p:nvPr/>
              </p:nvSpPr>
              <p:spPr bwMode="auto">
                <a:xfrm rot="0" flipH="0" flipV="0">
                  <a:off x="636131" y="64180"/>
                  <a:ext cx="62753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02107986" name=""/>
                <p:cNvSpPr/>
                <p:nvPr/>
              </p:nvSpPr>
              <p:spPr bwMode="auto">
                <a:xfrm rot="0" flipH="0" flipV="0">
                  <a:off x="698888" y="126938"/>
                  <a:ext cx="62753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57886026" name=""/>
                <p:cNvSpPr/>
                <p:nvPr/>
              </p:nvSpPr>
              <p:spPr bwMode="auto">
                <a:xfrm rot="0" flipH="0" flipV="0">
                  <a:off x="125511" y="126938"/>
                  <a:ext cx="62753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74710316" name=""/>
                <p:cNvSpPr/>
                <p:nvPr/>
              </p:nvSpPr>
              <p:spPr bwMode="auto">
                <a:xfrm rot="0" flipH="0" flipV="0">
                  <a:off x="62753" y="189695"/>
                  <a:ext cx="62753" cy="14255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91554611" name=""/>
                <p:cNvSpPr/>
                <p:nvPr/>
              </p:nvSpPr>
              <p:spPr bwMode="auto">
                <a:xfrm rot="0" flipH="0" flipV="0">
                  <a:off x="761646" y="189695"/>
                  <a:ext cx="62753" cy="14255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08379132" name=""/>
                <p:cNvSpPr/>
                <p:nvPr/>
              </p:nvSpPr>
              <p:spPr bwMode="auto">
                <a:xfrm rot="0" flipH="0" flipV="0">
                  <a:off x="824403" y="332256"/>
                  <a:ext cx="62753" cy="24246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07205567" name=""/>
                <p:cNvSpPr/>
                <p:nvPr/>
              </p:nvSpPr>
              <p:spPr bwMode="auto">
                <a:xfrm rot="0" flipH="0" flipV="0">
                  <a:off x="0" y="332256"/>
                  <a:ext cx="62753" cy="24246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97423376" name=""/>
                <p:cNvSpPr/>
                <p:nvPr/>
              </p:nvSpPr>
              <p:spPr bwMode="auto">
                <a:xfrm rot="0" flipH="0" flipV="0">
                  <a:off x="62753" y="574725"/>
                  <a:ext cx="62753" cy="14255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43420753" name=""/>
                <p:cNvSpPr/>
                <p:nvPr/>
              </p:nvSpPr>
              <p:spPr bwMode="auto">
                <a:xfrm rot="0" flipH="0" flipV="0">
                  <a:off x="761646" y="574725"/>
                  <a:ext cx="62753" cy="14255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79273251" name=""/>
                <p:cNvSpPr/>
                <p:nvPr/>
              </p:nvSpPr>
              <p:spPr bwMode="auto">
                <a:xfrm rot="0" flipH="0" flipV="0">
                  <a:off x="698888" y="717285"/>
                  <a:ext cx="62753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24503195" name=""/>
                <p:cNvSpPr/>
                <p:nvPr/>
              </p:nvSpPr>
              <p:spPr bwMode="auto">
                <a:xfrm rot="0" flipH="0" flipV="0">
                  <a:off x="129542" y="717285"/>
                  <a:ext cx="62753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89746001" name=""/>
                <p:cNvSpPr/>
                <p:nvPr/>
              </p:nvSpPr>
              <p:spPr bwMode="auto">
                <a:xfrm rot="0" flipH="0" flipV="0">
                  <a:off x="573822" y="780043"/>
                  <a:ext cx="125062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26758707" name=""/>
                <p:cNvSpPr/>
                <p:nvPr/>
              </p:nvSpPr>
              <p:spPr bwMode="auto">
                <a:xfrm rot="0" flipH="0" flipV="0">
                  <a:off x="192303" y="780043"/>
                  <a:ext cx="125062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03454075" name=""/>
                <p:cNvSpPr/>
                <p:nvPr/>
              </p:nvSpPr>
              <p:spPr bwMode="auto">
                <a:xfrm rot="0" flipH="0" flipV="0">
                  <a:off x="317370" y="842802"/>
                  <a:ext cx="256449" cy="6418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98765340" name=""/>
                <p:cNvSpPr/>
                <p:nvPr/>
              </p:nvSpPr>
              <p:spPr bwMode="auto">
                <a:xfrm rot="0" flipH="0" flipV="0">
                  <a:off x="313785" y="262532"/>
                  <a:ext cx="62753" cy="1909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04909132" name=""/>
                <p:cNvSpPr/>
                <p:nvPr/>
              </p:nvSpPr>
              <p:spPr bwMode="auto">
                <a:xfrm rot="0" flipH="0" flipV="0">
                  <a:off x="510616" y="262532"/>
                  <a:ext cx="62753" cy="1909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31429139" name=""/>
                <p:cNvSpPr/>
                <p:nvPr/>
              </p:nvSpPr>
              <p:spPr bwMode="auto">
                <a:xfrm rot="0" flipH="0" flipV="0">
                  <a:off x="317370" y="585575"/>
                  <a:ext cx="256449" cy="6418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30408806" name=""/>
                <p:cNvSpPr/>
                <p:nvPr/>
              </p:nvSpPr>
              <p:spPr bwMode="auto">
                <a:xfrm rot="0" flipH="0" flipV="0">
                  <a:off x="254835" y="522819"/>
                  <a:ext cx="62753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88097068" name=""/>
                <p:cNvSpPr/>
                <p:nvPr/>
              </p:nvSpPr>
              <p:spPr bwMode="auto">
                <a:xfrm rot="0" flipH="0" flipV="0">
                  <a:off x="573373" y="522819"/>
                  <a:ext cx="62753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sp>
        <p:nvSpPr>
          <p:cNvPr id="310599331" name=""/>
          <p:cNvSpPr/>
          <p:nvPr/>
        </p:nvSpPr>
        <p:spPr bwMode="auto">
          <a:xfrm rot="0" flipH="0" flipV="0">
            <a:off x="4261357" y="0"/>
            <a:ext cx="371469" cy="523872"/>
          </a:xfrm>
          <a:prstGeom prst="parallelogram">
            <a:avLst>
              <a:gd name="adj" fmla="val 3611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3142472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>
            <a:off x="5410" y="0"/>
            <a:ext cx="12181169" cy="6858000"/>
          </a:xfrm>
          <a:prstGeom prst="rect">
            <a:avLst/>
          </a:prstGeom>
        </p:spPr>
      </p:pic>
      <p:sp>
        <p:nvSpPr>
          <p:cNvPr id="179695147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4"/>
            <a:ext cx="5181599" cy="4351338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9401353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521867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30765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955456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grpSp>
        <p:nvGrpSpPr>
          <p:cNvPr id="1669347796" name=""/>
          <p:cNvGrpSpPr/>
          <p:nvPr/>
        </p:nvGrpSpPr>
        <p:grpSpPr bwMode="auto">
          <a:xfrm flipH="0" flipV="0">
            <a:off x="11302409" y="185507"/>
            <a:ext cx="511515" cy="511515"/>
            <a:chOff x="0" y="0"/>
            <a:chExt cx="511515" cy="511515"/>
          </a:xfrm>
        </p:grpSpPr>
        <p:sp>
          <p:nvSpPr>
            <p:cNvPr id="419880645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11684629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01089372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16250587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480359478" name=""/>
          <p:cNvGrpSpPr/>
          <p:nvPr/>
        </p:nvGrpSpPr>
        <p:grpSpPr bwMode="auto">
          <a:xfrm flipH="0" flipV="0">
            <a:off x="11309212" y="887544"/>
            <a:ext cx="511515" cy="511515"/>
            <a:chOff x="0" y="0"/>
            <a:chExt cx="511515" cy="511515"/>
          </a:xfrm>
        </p:grpSpPr>
        <p:sp>
          <p:nvSpPr>
            <p:cNvPr id="1441840041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78582762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6871952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26206510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893122486" name=""/>
          <p:cNvSpPr/>
          <p:nvPr/>
        </p:nvSpPr>
        <p:spPr bwMode="auto">
          <a:xfrm flipH="0" flipV="0">
            <a:off x="320271" y="1330954"/>
            <a:ext cx="2021683" cy="360365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9549219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grpSp>
        <p:nvGrpSpPr>
          <p:cNvPr id="1593652240" name=""/>
          <p:cNvGrpSpPr/>
          <p:nvPr/>
        </p:nvGrpSpPr>
        <p:grpSpPr bwMode="auto">
          <a:xfrm rot="16199895" flipH="0" flipV="0">
            <a:off x="10653949" y="5481855"/>
            <a:ext cx="944716" cy="944716"/>
            <a:chOff x="0" y="0"/>
            <a:chExt cx="944716" cy="944716"/>
          </a:xfrm>
        </p:grpSpPr>
        <p:sp>
          <p:nvSpPr>
            <p:cNvPr id="1709351681" name=""/>
            <p:cNvSpPr/>
            <p:nvPr/>
          </p:nvSpPr>
          <p:spPr bwMode="auto">
            <a:xfrm rot="0" flipH="0" flipV="0">
              <a:off x="0" y="629806"/>
              <a:ext cx="314900" cy="31490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25403597" name=""/>
            <p:cNvSpPr/>
            <p:nvPr/>
          </p:nvSpPr>
          <p:spPr bwMode="auto">
            <a:xfrm rot="0" flipH="0" flipV="0">
              <a:off x="314904" y="314900"/>
              <a:ext cx="314900" cy="3149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1448070" name=""/>
            <p:cNvSpPr/>
            <p:nvPr/>
          </p:nvSpPr>
          <p:spPr bwMode="auto">
            <a:xfrm rot="0" flipH="0" flipV="0">
              <a:off x="629812" y="14"/>
              <a:ext cx="314900" cy="31490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accent3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64818936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>
            <a:off x="5410" y="0"/>
            <a:ext cx="12181169" cy="6858000"/>
          </a:xfrm>
          <a:prstGeom prst="rect">
            <a:avLst/>
          </a:prstGeom>
        </p:spPr>
      </p:pic>
      <p:sp>
        <p:nvSpPr>
          <p:cNvPr id="2019479887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45524000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682496"/>
            <a:ext cx="5157785" cy="823911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7" tIns="45720" rIns="274317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3200" b="1"/>
            </a:lvl2pPr>
            <a:lvl3pPr marL="914400" indent="0">
              <a:buNone/>
              <a:defRPr sz="3200" b="1"/>
            </a:lvl3pPr>
            <a:lvl4pPr marL="1371600" indent="0">
              <a:buNone/>
              <a:defRPr sz="3200" b="1"/>
            </a:lvl4pPr>
            <a:lvl5pPr marL="1828800" indent="0">
              <a:buNone/>
              <a:defRPr sz="3200" b="1"/>
            </a:lvl5pPr>
            <a:lvl6pPr marL="2286000" indent="0">
              <a:buNone/>
              <a:defRPr sz="3200" b="1"/>
            </a:lvl6pPr>
            <a:lvl7pPr marL="2743200" indent="0">
              <a:buNone/>
              <a:defRPr sz="3200" b="1"/>
            </a:lvl7pPr>
            <a:lvl8pPr marL="3200400" indent="0">
              <a:buNone/>
              <a:defRPr sz="3200" b="1"/>
            </a:lvl8pPr>
            <a:lvl9pPr marL="3657600" indent="0">
              <a:buNone/>
              <a:defRPr sz="3200" b="1"/>
            </a:lvl9pPr>
          </a:lstStyle>
          <a:p>
            <a:pPr lvl="0">
              <a:defRPr/>
            </a:pPr>
            <a:r>
              <a:rPr/>
              <a:t>Click to edit Master </a:t>
            </a:r>
            <a:endParaRPr/>
          </a:p>
        </p:txBody>
      </p:sp>
      <p:sp>
        <p:nvSpPr>
          <p:cNvPr id="7072720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7" y="2505073"/>
            <a:ext cx="5157785" cy="3684587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48217827" name="Text Placeholder 4"/>
          <p:cNvSpPr>
            <a:spLocks noGrp="1"/>
          </p:cNvSpPr>
          <p:nvPr>
            <p:ph type="body" sz="quarter" idx="3"/>
          </p:nvPr>
        </p:nvSpPr>
        <p:spPr bwMode="auto">
          <a:xfrm rot="0" flipH="0" flipV="0">
            <a:off x="6172200" y="1682496"/>
            <a:ext cx="5183187" cy="823911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7" tIns="45720" rIns="274317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3200" b="1"/>
            </a:lvl2pPr>
            <a:lvl3pPr marL="914400" indent="0">
              <a:buNone/>
              <a:defRPr sz="3200" b="1"/>
            </a:lvl3pPr>
            <a:lvl4pPr marL="1371600" indent="0">
              <a:buNone/>
              <a:defRPr sz="3200" b="1"/>
            </a:lvl4pPr>
            <a:lvl5pPr marL="1828800" indent="0">
              <a:buNone/>
              <a:defRPr sz="3200" b="1"/>
            </a:lvl5pPr>
            <a:lvl6pPr marL="2286000" indent="0">
              <a:buNone/>
              <a:defRPr sz="3200" b="1"/>
            </a:lvl6pPr>
            <a:lvl7pPr marL="2743200" indent="0">
              <a:buNone/>
              <a:defRPr sz="3200" b="1"/>
            </a:lvl7pPr>
            <a:lvl8pPr marL="3200400" indent="0">
              <a:buNone/>
              <a:defRPr sz="3200" b="1"/>
            </a:lvl8pPr>
            <a:lvl9pPr marL="3657600" indent="0">
              <a:buNone/>
              <a:defRPr sz="3200" b="1"/>
            </a:lvl9pPr>
          </a:lstStyle>
          <a:p>
            <a:pPr lvl="0">
              <a:defRPr/>
            </a:pPr>
            <a:r>
              <a:rPr/>
              <a:t>Click to edit Master </a:t>
            </a:r>
            <a:endParaRPr/>
          </a:p>
        </p:txBody>
      </p:sp>
      <p:sp>
        <p:nvSpPr>
          <p:cNvPr id="174062846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3"/>
            <a:ext cx="5183187" cy="3684587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2451084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60684607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29749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6986203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0" y="0"/>
            <a:ext cx="12181169" cy="6858000"/>
          </a:xfrm>
          <a:prstGeom prst="rect">
            <a:avLst/>
          </a:prstGeom>
        </p:spPr>
      </p:pic>
      <p:sp>
        <p:nvSpPr>
          <p:cNvPr id="108913460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6" y="457200"/>
            <a:ext cx="3932235" cy="1779103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457200" tIns="45720" rIns="457200" bIns="45720" numCol="1" spcCol="0" rtlCol="0" fromWordArt="0" anchor="ctr" anchorCtr="0" forceAA="0" upright="0" compatLnSpc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  <a:lvl2pPr>
              <a:defRPr sz="4400">
                <a:solidFill>
                  <a:schemeClr val="bg1"/>
                </a:solidFill>
              </a:defRPr>
            </a:lvl2pPr>
            <a:lvl3pPr>
              <a:defRPr sz="4400">
                <a:solidFill>
                  <a:schemeClr val="bg1"/>
                </a:solidFill>
              </a:defRPr>
            </a:lvl3pPr>
            <a:lvl4pPr>
              <a:defRPr sz="4400">
                <a:solidFill>
                  <a:schemeClr val="bg1"/>
                </a:solidFill>
              </a:defRPr>
            </a:lvl4pPr>
            <a:lvl5pPr>
              <a:defRPr sz="4400">
                <a:solidFill>
                  <a:schemeClr val="bg1"/>
                </a:solidFill>
              </a:defRPr>
            </a:lvl5pPr>
            <a:lvl6pPr>
              <a:defRPr sz="4400">
                <a:solidFill>
                  <a:schemeClr val="bg1"/>
                </a:solidFill>
              </a:defRPr>
            </a:lvl6pPr>
            <a:lvl7pPr>
              <a:defRPr sz="4400">
                <a:solidFill>
                  <a:schemeClr val="bg1"/>
                </a:solidFill>
              </a:defRPr>
            </a:lvl7pPr>
            <a:lvl8pPr>
              <a:defRPr sz="4400">
                <a:solidFill>
                  <a:schemeClr val="bg1"/>
                </a:solidFill>
              </a:defRPr>
            </a:lvl8pPr>
            <a:lvl9pPr>
              <a:defRPr sz="44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/>
              <a:t>CLICK TO EDIT </a:t>
            </a:r>
            <a:endParaRPr/>
          </a:p>
        </p:txBody>
      </p:sp>
      <p:sp>
        <p:nvSpPr>
          <p:cNvPr id="1009709600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6" y="457198"/>
            <a:ext cx="6172200" cy="5403847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728666778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6" y="2650433"/>
            <a:ext cx="3932235" cy="3218553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858946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9487778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18545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6545646" name=""/>
          <p:cNvGrpSpPr/>
          <p:nvPr/>
        </p:nvGrpSpPr>
        <p:grpSpPr bwMode="auto">
          <a:xfrm rot="5399942" flipH="0" flipV="0">
            <a:off x="7934769" y="2600716"/>
            <a:ext cx="1169966" cy="7344468"/>
            <a:chOff x="0" y="0"/>
            <a:chExt cx="1169966" cy="7344468"/>
          </a:xfrm>
        </p:grpSpPr>
        <p:sp>
          <p:nvSpPr>
            <p:cNvPr id="581045468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5591698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03715675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91339571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244640312" name=""/>
          <p:cNvGrpSpPr/>
          <p:nvPr/>
        </p:nvGrpSpPr>
        <p:grpSpPr bwMode="auto">
          <a:xfrm rot="5399942" flipH="0" flipV="0">
            <a:off x="3087259" y="-3087186"/>
            <a:ext cx="1169966" cy="7344468"/>
            <a:chOff x="0" y="0"/>
            <a:chExt cx="1169966" cy="7344468"/>
          </a:xfrm>
        </p:grpSpPr>
        <p:sp>
          <p:nvSpPr>
            <p:cNvPr id="1528068991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6441134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3793271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26111015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19613119" name=""/>
          <p:cNvSpPr/>
          <p:nvPr/>
        </p:nvSpPr>
        <p:spPr bwMode="auto">
          <a:xfrm rot="4626829" flipH="1" flipV="0">
            <a:off x="2131922" y="4900612"/>
            <a:ext cx="975312" cy="1063863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pic>
        <p:nvPicPr>
          <p:cNvPr id="1790390823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3" y="0"/>
            <a:ext cx="12181168" cy="6858000"/>
          </a:xfrm>
          <a:prstGeom prst="rect">
            <a:avLst/>
          </a:prstGeom>
        </p:spPr>
      </p:pic>
      <p:grpSp>
        <p:nvGrpSpPr>
          <p:cNvPr id="1292265912" name=""/>
          <p:cNvGrpSpPr/>
          <p:nvPr/>
        </p:nvGrpSpPr>
        <p:grpSpPr bwMode="auto">
          <a:xfrm>
            <a:off x="838197" y="1129701"/>
            <a:ext cx="10518646" cy="4110795"/>
            <a:chOff x="0" y="0"/>
            <a:chExt cx="10518646" cy="4110795"/>
          </a:xfrm>
        </p:grpSpPr>
        <p:sp>
          <p:nvSpPr>
            <p:cNvPr id="433955472" name=""/>
            <p:cNvSpPr/>
            <p:nvPr/>
          </p:nvSpPr>
          <p:spPr bwMode="auto">
            <a:xfrm flipH="0" flipV="0">
              <a:off x="0" y="0"/>
              <a:ext cx="10518646" cy="4110795"/>
            </a:xfrm>
            <a:prstGeom prst="rect">
              <a:avLst/>
            </a:prstGeom>
            <a:solidFill>
              <a:schemeClr val="bg1">
                <a:alpha val="99999"/>
              </a:schemeClr>
            </a:solidFill>
            <a:ln w="38099" cap="flat" cmpd="sng" algn="ctr">
              <a:solidFill>
                <a:schemeClr val="bg2">
                  <a:lumMod val="25098"/>
                </a:schemeClr>
              </a:solidFill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grpSp>
          <p:nvGrpSpPr>
            <p:cNvPr id="1195434146" name=""/>
            <p:cNvGrpSpPr/>
            <p:nvPr/>
          </p:nvGrpSpPr>
          <p:grpSpPr bwMode="auto">
            <a:xfrm>
              <a:off x="3046" y="5652"/>
              <a:ext cx="10512549" cy="556137"/>
              <a:chOff x="0" y="0"/>
              <a:chExt cx="10512549" cy="556137"/>
            </a:xfrm>
          </p:grpSpPr>
          <p:sp>
            <p:nvSpPr>
              <p:cNvPr id="285881840" name=""/>
              <p:cNvSpPr/>
              <p:nvPr/>
            </p:nvSpPr>
            <p:spPr bwMode="auto">
              <a:xfrm flipH="0" flipV="0">
                <a:off x="0" y="0"/>
                <a:ext cx="10512549" cy="55613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71000"/>
                    </a:schemeClr>
                  </a:gs>
                  <a:gs pos="100000">
                    <a:srgbClr val="FFD966">
                      <a:alpha val="71000"/>
                    </a:srgbClr>
                  </a:gs>
                </a:gsLst>
                <a:lin ang="0" scaled="1"/>
              </a:gradFill>
              <a:ln w="38099" cap="flat" cmpd="sng" algn="ctr">
                <a:solidFill>
                  <a:schemeClr val="bg2">
                    <a:lumMod val="25098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/>
              </a:p>
            </p:txBody>
          </p:sp>
          <p:grpSp>
            <p:nvGrpSpPr>
              <p:cNvPr id="1256511127" name=""/>
              <p:cNvGrpSpPr/>
              <p:nvPr/>
            </p:nvGrpSpPr>
            <p:grpSpPr bwMode="auto">
              <a:xfrm>
                <a:off x="10015834" y="114653"/>
                <a:ext cx="326819" cy="326819"/>
                <a:chOff x="0" y="0"/>
                <a:chExt cx="326819" cy="326819"/>
              </a:xfrm>
            </p:grpSpPr>
            <p:sp>
              <p:nvSpPr>
                <p:cNvPr id="1162605322" name=""/>
                <p:cNvSpPr/>
                <p:nvPr/>
              </p:nvSpPr>
              <p:spPr bwMode="auto">
                <a:xfrm rot="0" flipH="0" flipV="0">
                  <a:off x="0" y="0"/>
                  <a:ext cx="326819" cy="326819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grpSp>
              <p:nvGrpSpPr>
                <p:cNvPr id="1591246831" name=""/>
                <p:cNvGrpSpPr/>
                <p:nvPr/>
              </p:nvGrpSpPr>
              <p:grpSpPr bwMode="auto">
                <a:xfrm>
                  <a:off x="30719" y="30719"/>
                  <a:ext cx="265374" cy="265374"/>
                  <a:chOff x="0" y="0"/>
                  <a:chExt cx="265374" cy="265374"/>
                </a:xfrm>
              </p:grpSpPr>
              <p:cxnSp>
                <p:nvCxnSpPr>
                  <p:cNvPr id="217458109" name=""/>
                  <p:cNvCxnSpPr/>
                  <p:nvPr/>
                </p:nvCxnSpPr>
                <p:spPr bwMode="auto">
                  <a:xfrm rot="2699937" flipH="0" flipV="0">
                    <a:off x="0" y="138188"/>
                    <a:ext cx="26537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tx2">
                        <a:lumMod val="50196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3245973" name=""/>
                  <p:cNvCxnSpPr/>
                  <p:nvPr/>
                </p:nvCxnSpPr>
                <p:spPr bwMode="auto">
                  <a:xfrm rot="8099947" flipH="0" flipV="0">
                    <a:off x="0" y="132687"/>
                    <a:ext cx="26537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tx2">
                        <a:lumMod val="50196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14574694" name=""/>
              <p:cNvGrpSpPr/>
              <p:nvPr/>
            </p:nvGrpSpPr>
            <p:grpSpPr bwMode="auto">
              <a:xfrm>
                <a:off x="9538602" y="114653"/>
                <a:ext cx="326819" cy="326819"/>
                <a:chOff x="0" y="0"/>
                <a:chExt cx="326819" cy="326819"/>
              </a:xfrm>
            </p:grpSpPr>
            <p:sp>
              <p:nvSpPr>
                <p:cNvPr id="555783869" name=""/>
                <p:cNvSpPr/>
                <p:nvPr/>
              </p:nvSpPr>
              <p:spPr bwMode="auto">
                <a:xfrm rot="0" flipH="0" flipV="0">
                  <a:off x="0" y="0"/>
                  <a:ext cx="326819" cy="326819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98258175" name=""/>
                <p:cNvSpPr/>
                <p:nvPr/>
              </p:nvSpPr>
              <p:spPr bwMode="auto">
                <a:xfrm rot="0" flipH="0" flipV="0">
                  <a:off x="43022" y="43022"/>
                  <a:ext cx="240768" cy="240768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2143380009" name=""/>
              <p:cNvGrpSpPr/>
              <p:nvPr/>
            </p:nvGrpSpPr>
            <p:grpSpPr bwMode="auto">
              <a:xfrm>
                <a:off x="9061372" y="114653"/>
                <a:ext cx="326819" cy="326819"/>
                <a:chOff x="0" y="0"/>
                <a:chExt cx="326819" cy="326819"/>
              </a:xfrm>
            </p:grpSpPr>
            <p:sp>
              <p:nvSpPr>
                <p:cNvPr id="117276588" name=""/>
                <p:cNvSpPr/>
                <p:nvPr/>
              </p:nvSpPr>
              <p:spPr bwMode="auto">
                <a:xfrm rot="0" flipH="0" flipV="0">
                  <a:off x="0" y="0"/>
                  <a:ext cx="326819" cy="326819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563059760" name=""/>
                <p:cNvCxnSpPr/>
                <p:nvPr/>
              </p:nvCxnSpPr>
              <p:spPr bwMode="auto">
                <a:xfrm flipH="0" flipV="0">
                  <a:off x="30719" y="260506"/>
                  <a:ext cx="265374" cy="0"/>
                </a:xfrm>
                <a:prstGeom prst="line">
                  <a:avLst/>
                </a:prstGeom>
                <a:ln w="28575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96978731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41246" y="1691321"/>
            <a:ext cx="10515600" cy="3509325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8725258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5302435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5502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grpSp>
        <p:nvGrpSpPr>
          <p:cNvPr id="1537257889" name=""/>
          <p:cNvGrpSpPr/>
          <p:nvPr/>
        </p:nvGrpSpPr>
        <p:grpSpPr bwMode="auto">
          <a:xfrm>
            <a:off x="10379937" y="316381"/>
            <a:ext cx="724851" cy="693504"/>
            <a:chOff x="0" y="0"/>
            <a:chExt cx="724851" cy="693504"/>
          </a:xfrm>
        </p:grpSpPr>
        <p:sp>
          <p:nvSpPr>
            <p:cNvPr id="2033808782" name=""/>
            <p:cNvSpPr/>
            <p:nvPr/>
          </p:nvSpPr>
          <p:spPr bwMode="auto">
            <a:xfrm rot="1070858" flipH="0" flipV="0">
              <a:off x="183886" y="198414"/>
              <a:ext cx="540956" cy="495090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733457841" name=""/>
            <p:cNvGrpSpPr/>
            <p:nvPr/>
          </p:nvGrpSpPr>
          <p:grpSpPr bwMode="auto">
            <a:xfrm rot="663277" flipH="0" flipV="0">
              <a:off x="0" y="0"/>
              <a:ext cx="628022" cy="581787"/>
              <a:chOff x="0" y="0"/>
              <a:chExt cx="628022" cy="581787"/>
            </a:xfrm>
          </p:grpSpPr>
          <p:sp>
            <p:nvSpPr>
              <p:cNvPr id="1288614908" name=""/>
              <p:cNvSpPr/>
              <p:nvPr/>
            </p:nvSpPr>
            <p:spPr bwMode="auto">
              <a:xfrm>
                <a:off x="43344" y="43344"/>
                <a:ext cx="540956" cy="495090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1291920073" name=""/>
              <p:cNvSpPr/>
              <p:nvPr/>
            </p:nvSpPr>
            <p:spPr bwMode="auto">
              <a:xfrm>
                <a:off x="120396" y="140634"/>
                <a:ext cx="85421" cy="86691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857886133" name=""/>
              <p:cNvSpPr/>
              <p:nvPr/>
            </p:nvSpPr>
            <p:spPr bwMode="auto">
              <a:xfrm>
                <a:off x="260083" y="89532"/>
                <a:ext cx="324585" cy="448902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813457010" name=""/>
              <p:cNvGrpSpPr/>
              <p:nvPr/>
            </p:nvGrpSpPr>
            <p:grpSpPr bwMode="auto">
              <a:xfrm flipH="0" flipV="0">
                <a:off x="0" y="0"/>
                <a:ext cx="628022" cy="581787"/>
                <a:chOff x="0" y="0"/>
                <a:chExt cx="628022" cy="581787"/>
              </a:xfrm>
            </p:grpSpPr>
            <p:sp>
              <p:nvSpPr>
                <p:cNvPr id="1855885583" name=""/>
                <p:cNvSpPr/>
                <p:nvPr/>
              </p:nvSpPr>
              <p:spPr bwMode="auto">
                <a:xfrm rot="0" flipH="0" flipV="0">
                  <a:off x="86691" y="0"/>
                  <a:ext cx="119126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44608419" name=""/>
                <p:cNvSpPr/>
                <p:nvPr/>
              </p:nvSpPr>
              <p:spPr bwMode="auto">
                <a:xfrm rot="0" flipH="0" flipV="0">
                  <a:off x="43344" y="4618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24508203" name=""/>
                <p:cNvSpPr/>
                <p:nvPr/>
              </p:nvSpPr>
              <p:spPr bwMode="auto">
                <a:xfrm rot="0" flipH="0" flipV="0">
                  <a:off x="205822" y="4618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95357136" name=""/>
                <p:cNvSpPr/>
                <p:nvPr/>
              </p:nvSpPr>
              <p:spPr bwMode="auto">
                <a:xfrm rot="0" flipH="0" flipV="0">
                  <a:off x="0" y="89613"/>
                  <a:ext cx="43344" cy="18873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11779289" name=""/>
                <p:cNvSpPr/>
                <p:nvPr/>
              </p:nvSpPr>
              <p:spPr bwMode="auto">
                <a:xfrm rot="0" flipH="0" flipV="0">
                  <a:off x="248805" y="89613"/>
                  <a:ext cx="43344" cy="7561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12319439" name=""/>
                <p:cNvSpPr/>
                <p:nvPr/>
              </p:nvSpPr>
              <p:spPr bwMode="auto">
                <a:xfrm rot="0" flipH="0" flipV="0">
                  <a:off x="292151" y="16230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87008022" name=""/>
                <p:cNvSpPr/>
                <p:nvPr/>
              </p:nvSpPr>
              <p:spPr bwMode="auto">
                <a:xfrm rot="0" flipH="0" flipV="0">
                  <a:off x="335502" y="89613"/>
                  <a:ext cx="43344" cy="7561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65871521" name=""/>
                <p:cNvSpPr/>
                <p:nvPr/>
              </p:nvSpPr>
              <p:spPr bwMode="auto">
                <a:xfrm rot="0" flipH="0" flipV="0">
                  <a:off x="378847" y="4618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72786818" name=""/>
                <p:cNvSpPr/>
                <p:nvPr/>
              </p:nvSpPr>
              <p:spPr bwMode="auto">
                <a:xfrm rot="0" flipH="0" flipV="0">
                  <a:off x="422199" y="2835"/>
                  <a:ext cx="119126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70801327" name=""/>
                <p:cNvSpPr/>
                <p:nvPr/>
              </p:nvSpPr>
              <p:spPr bwMode="auto">
                <a:xfrm rot="0" flipH="0" flipV="0">
                  <a:off x="541325" y="4618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83219380" name=""/>
                <p:cNvSpPr/>
                <p:nvPr/>
              </p:nvSpPr>
              <p:spPr bwMode="auto">
                <a:xfrm rot="0" flipH="0" flipV="0">
                  <a:off x="584676" y="89613"/>
                  <a:ext cx="43344" cy="18873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52117307" name=""/>
                <p:cNvSpPr/>
                <p:nvPr/>
              </p:nvSpPr>
              <p:spPr bwMode="auto">
                <a:xfrm rot="0" flipH="0" flipV="0">
                  <a:off x="43344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01539456" name=""/>
                <p:cNvSpPr/>
                <p:nvPr/>
              </p:nvSpPr>
              <p:spPr bwMode="auto">
                <a:xfrm rot="0" flipH="0" flipV="0">
                  <a:off x="545141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36446588" name=""/>
                <p:cNvSpPr/>
                <p:nvPr/>
              </p:nvSpPr>
              <p:spPr bwMode="auto">
                <a:xfrm rot="0" flipH="0" flipV="0">
                  <a:off x="501795" y="32169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27258876" name=""/>
                <p:cNvSpPr/>
                <p:nvPr/>
              </p:nvSpPr>
              <p:spPr bwMode="auto">
                <a:xfrm rot="0" flipH="0" flipV="0">
                  <a:off x="465066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90163300" name=""/>
                <p:cNvSpPr/>
                <p:nvPr/>
              </p:nvSpPr>
              <p:spPr bwMode="auto">
                <a:xfrm rot="0" flipH="0" flipV="0">
                  <a:off x="422199" y="40839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34033778" name=""/>
                <p:cNvSpPr/>
                <p:nvPr/>
              </p:nvSpPr>
              <p:spPr bwMode="auto">
                <a:xfrm rot="0" flipH="0" flipV="0">
                  <a:off x="86691" y="32169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82495472" name=""/>
                <p:cNvSpPr/>
                <p:nvPr/>
              </p:nvSpPr>
              <p:spPr bwMode="auto">
                <a:xfrm rot="0" flipH="0" flipV="0">
                  <a:off x="130041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27310639" name=""/>
                <p:cNvSpPr/>
                <p:nvPr/>
              </p:nvSpPr>
              <p:spPr bwMode="auto">
                <a:xfrm rot="0" flipH="0" flipV="0">
                  <a:off x="173387" y="40839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84306335" name=""/>
                <p:cNvSpPr/>
                <p:nvPr/>
              </p:nvSpPr>
              <p:spPr bwMode="auto">
                <a:xfrm rot="0" flipH="0" flipV="0">
                  <a:off x="216738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96624988" name=""/>
                <p:cNvSpPr/>
                <p:nvPr/>
              </p:nvSpPr>
              <p:spPr bwMode="auto">
                <a:xfrm rot="0" flipH="0" flipV="0">
                  <a:off x="260083" y="495090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74770343" name=""/>
                <p:cNvSpPr/>
                <p:nvPr/>
              </p:nvSpPr>
              <p:spPr bwMode="auto">
                <a:xfrm rot="0" flipH="0" flipV="0">
                  <a:off x="303435" y="538438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25871732" name=""/>
                <p:cNvSpPr/>
                <p:nvPr/>
              </p:nvSpPr>
              <p:spPr bwMode="auto">
                <a:xfrm rot="0" flipH="0" flipV="0">
                  <a:off x="346779" y="495090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32980800" name=""/>
                <p:cNvSpPr/>
                <p:nvPr/>
              </p:nvSpPr>
              <p:spPr bwMode="auto">
                <a:xfrm rot="0" flipH="0" flipV="0">
                  <a:off x="390127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grpSp>
        <p:nvGrpSpPr>
          <p:cNvPr id="1700285441" name=""/>
          <p:cNvGrpSpPr/>
          <p:nvPr/>
        </p:nvGrpSpPr>
        <p:grpSpPr bwMode="auto">
          <a:xfrm rot="17884258" flipH="0" flipV="0">
            <a:off x="1964160" y="4835341"/>
            <a:ext cx="718565" cy="1254096"/>
            <a:chOff x="0" y="0"/>
            <a:chExt cx="718565" cy="1254096"/>
          </a:xfrm>
        </p:grpSpPr>
        <p:sp>
          <p:nvSpPr>
            <p:cNvPr id="765410306" name=""/>
            <p:cNvSpPr/>
            <p:nvPr/>
          </p:nvSpPr>
          <p:spPr bwMode="auto">
            <a:xfrm>
              <a:off x="0" y="308"/>
              <a:ext cx="620094" cy="1253781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834900760" name=""/>
            <p:cNvSpPr/>
            <p:nvPr/>
          </p:nvSpPr>
          <p:spPr bwMode="auto">
            <a:xfrm rot="0" flipH="0" flipV="0">
              <a:off x="547911" y="0"/>
              <a:ext cx="170658" cy="317773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967288" name=""/>
            <p:cNvSpPr/>
            <p:nvPr/>
          </p:nvSpPr>
          <p:spPr bwMode="auto">
            <a:xfrm rot="0" flipH="0" flipV="0">
              <a:off x="547911" y="936315"/>
              <a:ext cx="170658" cy="317773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2023098190" name=""/>
          <p:cNvGrpSpPr/>
          <p:nvPr/>
        </p:nvGrpSpPr>
        <p:grpSpPr bwMode="auto">
          <a:xfrm>
            <a:off x="2897790" y="892488"/>
            <a:ext cx="714375" cy="714375"/>
            <a:chOff x="0" y="0"/>
            <a:chExt cx="714375" cy="714375"/>
          </a:xfrm>
        </p:grpSpPr>
        <p:sp>
          <p:nvSpPr>
            <p:cNvPr id="676025374" name=""/>
            <p:cNvSpPr/>
            <p:nvPr/>
          </p:nvSpPr>
          <p:spPr bwMode="auto">
            <a:xfrm rot="0" flipH="0" flipV="0">
              <a:off x="0" y="476245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4127556" name=""/>
            <p:cNvSpPr/>
            <p:nvPr/>
          </p:nvSpPr>
          <p:spPr bwMode="auto">
            <a:xfrm rot="0" flipH="0" flipV="0">
              <a:off x="238123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7665218" name=""/>
            <p:cNvSpPr/>
            <p:nvPr/>
          </p:nvSpPr>
          <p:spPr bwMode="auto">
            <a:xfrm rot="0" flipH="0" flipV="0">
              <a:off x="476246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10900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13356292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7688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20760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6" y="457200"/>
            <a:ext cx="3932235" cy="211040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>
            <a:lvl1pPr algn="ctr">
              <a:defRPr sz="4400"/>
            </a:lvl1pPr>
            <a:lvl2pPr algn="ctr">
              <a:defRPr sz="4400"/>
            </a:lvl2pPr>
            <a:lvl3pPr algn="ctr">
              <a:defRPr sz="4400"/>
            </a:lvl3pPr>
            <a:lvl4pPr algn="ctr">
              <a:defRPr sz="4400"/>
            </a:lvl4pPr>
            <a:lvl5pPr algn="ctr">
              <a:defRPr sz="4400"/>
            </a:lvl5pPr>
            <a:lvl6pPr algn="ctr">
              <a:defRPr sz="4400"/>
            </a:lvl6pPr>
            <a:lvl7pPr algn="ctr">
              <a:defRPr sz="4400"/>
            </a:lvl7pPr>
            <a:lvl8pPr algn="ctr">
              <a:defRPr sz="4400"/>
            </a:lvl8pPr>
            <a:lvl9pPr algn="ctr">
              <a:defRPr sz="4400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602838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83186" y="457198"/>
            <a:ext cx="6172200" cy="54038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57896184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6" y="2567607"/>
            <a:ext cx="3932235" cy="330137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569581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0393764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0830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4586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273629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979879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4469903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24701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32688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5709483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20473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6059226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5355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493753" name="Title Placeholder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8" y="365760"/>
            <a:ext cx="10515600" cy="1325562"/>
          </a:xfrm>
          <a:prstGeom prst="rect">
            <a:avLst/>
          </a:prstGeom>
        </p:spPr>
        <p:txBody>
          <a:bodyPr vertOverflow="overflow" horzOverflow="overflow" vert="horz" wrap="square" lIns="457200" tIns="45720" rIns="457200" bIns="45720" numCol="1" spcCol="0" rtlCol="0" fromWordArt="0" anchor="ctr" anchorCtr="0" forceAA="0" upright="0" compatLnSpc="0">
            <a:norm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65171496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8" tIns="274318" rIns="274318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6271470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20496822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856912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Relationship Id="rId4" Type="http://schemas.openxmlformats.org/officeDocument/2006/relationships/image" Target="../media/image14.jp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jp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ithub.com/pabelyakov/k8s-language-experiments" TargetMode="Externa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996269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700130" y="1707005"/>
            <a:ext cx="6791738" cy="269882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ru-RU" sz="5000"/>
              <a:t>ЯП в контейнерной среде</a:t>
            </a:r>
            <a:endParaRPr sz="5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16187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ru-RU"/>
              <a:t>Идея эксперимента</a:t>
            </a:r>
            <a:endParaRPr/>
          </a:p>
        </p:txBody>
      </p:sp>
      <p:sp>
        <p:nvSpPr>
          <p:cNvPr id="1323537694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Сравнить производительност</a:t>
            </a:r>
            <a:r>
              <a:rPr lang="ru-RU"/>
              <a:t>ь одного и того же сервиса, написанного на разных языках:</a:t>
            </a:r>
            <a:endParaRPr lang="ru-RU"/>
          </a:p>
          <a:p>
            <a:pPr lvl="1">
              <a:defRPr/>
            </a:pPr>
            <a:r>
              <a:rPr lang="en-US"/>
              <a:t>Java</a:t>
            </a:r>
            <a:endParaRPr lang="en-US"/>
          </a:p>
          <a:p>
            <a:pPr lvl="1">
              <a:defRPr/>
            </a:pPr>
            <a:r>
              <a:rPr lang="en-US"/>
              <a:t>.Net</a:t>
            </a:r>
            <a:endParaRPr lang="en-US"/>
          </a:p>
          <a:p>
            <a:pPr lvl="1">
              <a:defRPr/>
            </a:pPr>
            <a:r>
              <a:rPr lang="en-US"/>
              <a:t>Go</a:t>
            </a:r>
            <a:endParaRPr lang="en-US"/>
          </a:p>
          <a:p>
            <a:pPr lvl="1">
              <a:defRPr/>
            </a:pPr>
            <a:r>
              <a:rPr lang="en-US"/>
              <a:t>PHP</a:t>
            </a:r>
            <a:endParaRPr lang="en-US"/>
          </a:p>
          <a:p>
            <a:pPr lvl="1">
              <a:defRPr/>
            </a:pPr>
            <a:r>
              <a:rPr lang="en-US"/>
              <a:t>TypeScript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359256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ru-RU"/>
              <a:t>Подержите мое пиво</a:t>
            </a:r>
            <a:endParaRPr/>
          </a:p>
        </p:txBody>
      </p:sp>
      <p:sp>
        <p:nvSpPr>
          <p:cNvPr id="109265911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691321"/>
            <a:ext cx="10515600" cy="448881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7" tIns="274317" rIns="274317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Сервис голосования для разливайки</a:t>
            </a:r>
            <a:endParaRPr/>
          </a:p>
          <a:p>
            <a:pPr>
              <a:defRPr/>
            </a:pPr>
            <a:r>
              <a:rPr/>
              <a:t>Функциональные требования:</a:t>
            </a:r>
            <a:endParaRPr/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 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liveness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/readiness 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проб</a:t>
            </a:r>
            <a:endParaRPr/>
          </a:p>
          <a:p>
            <a:pPr lvl="1">
              <a:defRPr/>
            </a:pPr>
            <a:r>
              <a:rPr lang="en-US"/>
              <a:t>API</a:t>
            </a:r>
            <a:r>
              <a:rPr/>
              <a:t> для получения пива</a:t>
            </a:r>
            <a:endParaRPr/>
          </a:p>
          <a:p>
            <a:pPr lvl="1">
              <a:defRPr/>
            </a:pPr>
            <a:r>
              <a:rPr lang="en-US"/>
              <a:t>API</a:t>
            </a:r>
            <a:r>
              <a:rPr lang="ru-RU"/>
              <a:t> для создания пользователя</a:t>
            </a:r>
            <a:endParaRPr lang="ru-RU"/>
          </a:p>
          <a:p>
            <a:pPr lvl="1">
              <a:defRPr/>
            </a:pPr>
            <a:r>
              <a:rPr lang="en-US"/>
              <a:t>API </a:t>
            </a:r>
            <a:r>
              <a:rPr lang="ru-RU"/>
              <a:t>для получения списка пользователей</a:t>
            </a:r>
            <a:r>
              <a:rPr lang="en-US"/>
              <a:t> (</a:t>
            </a:r>
            <a:r>
              <a:rPr lang="ru-RU"/>
              <a:t>с пагинацией и сортировками)</a:t>
            </a:r>
            <a:endParaRPr lang="ru-RU"/>
          </a:p>
          <a:p>
            <a:pPr lvl="1">
              <a:defRPr/>
            </a:pPr>
            <a:r>
              <a:rPr lang="en-US"/>
              <a:t>API</a:t>
            </a:r>
            <a:r>
              <a:rPr lang="ru-RU"/>
              <a:t> для голосования</a:t>
            </a:r>
            <a:endParaRPr lang="ru-RU"/>
          </a:p>
          <a:p>
            <a:pPr lvl="1">
              <a:defRPr/>
            </a:pPr>
            <a:r>
              <a:rPr lang="en-US"/>
              <a:t>API</a:t>
            </a:r>
            <a:r>
              <a:rPr lang="ru-RU"/>
              <a:t> для получения результатов голосования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549839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Disclaimer</a:t>
            </a:r>
            <a:endParaRPr/>
          </a:p>
        </p:txBody>
      </p:sp>
      <p:sp>
        <p:nvSpPr>
          <p:cNvPr id="287854352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Эксперимент условный</a:t>
            </a:r>
            <a:endParaRPr/>
          </a:p>
          <a:p>
            <a:pPr>
              <a:defRPr/>
            </a:pPr>
            <a:r>
              <a:rPr lang="en-US"/>
              <a:t>MVP</a:t>
            </a:r>
            <a:r>
              <a:rPr lang="ru-RU"/>
              <a:t> сделаны на коленке</a:t>
            </a:r>
            <a:endParaRPr lang="ru-RU"/>
          </a:p>
          <a:p>
            <a:pPr>
              <a:defRPr/>
            </a:pPr>
            <a:r>
              <a:rPr lang="ru-RU"/>
              <a:t>Тесты синтетические и не показывают все сильные и слабые стороны каждого из языков</a:t>
            </a:r>
            <a:endParaRPr lang="ru-RU"/>
          </a:p>
          <a:p>
            <a:pPr>
              <a:defRPr/>
            </a:pPr>
            <a:r>
              <a:rPr lang="ru-RU"/>
              <a:t>КГ/АМ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611029" name="Title 1"/>
          <p:cNvSpPr>
            <a:spLocks noGrp="1"/>
          </p:cNvSpPr>
          <p:nvPr>
            <p:ph type="title"/>
          </p:nvPr>
        </p:nvSpPr>
        <p:spPr bwMode="auto">
          <a:xfrm>
            <a:off x="841248" y="2978331"/>
            <a:ext cx="10515600" cy="1325561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ru-RU"/>
              <a:t>Контракты и бизнес-логика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703666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API</a:t>
            </a:r>
            <a:r>
              <a:rPr lang="ru-RU"/>
              <a:t> </a:t>
            </a:r>
            <a:r>
              <a:rPr lang="en-US"/>
              <a:t>livenes</a:t>
            </a:r>
            <a:r>
              <a:rPr lang="en-US"/>
              <a:t>s/readiness</a:t>
            </a:r>
            <a:r>
              <a:rPr lang="ru-RU"/>
              <a:t> проб</a:t>
            </a:r>
            <a:endParaRPr/>
          </a:p>
        </p:txBody>
      </p:sp>
      <p:pic>
        <p:nvPicPr>
          <p:cNvPr id="131357304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4372980" y="2887525"/>
            <a:ext cx="3544954" cy="18931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866657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API</a:t>
            </a:r>
            <a:r>
              <a:rPr lang="ru-RU"/>
              <a:t> получения списка пива</a:t>
            </a:r>
            <a:endParaRPr/>
          </a:p>
        </p:txBody>
      </p:sp>
      <p:pic>
        <p:nvPicPr>
          <p:cNvPr id="1574689080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4330506" y="1809250"/>
            <a:ext cx="3664080" cy="44888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828089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API</a:t>
            </a:r>
            <a:r>
              <a:rPr lang="ru-RU"/>
              <a:t> для создания пользователя</a:t>
            </a:r>
            <a:endParaRPr/>
          </a:p>
        </p:txBody>
      </p:sp>
      <p:pic>
        <p:nvPicPr>
          <p:cNvPr id="1161417956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3437216" y="2106928"/>
            <a:ext cx="5323663" cy="41977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21038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API</a:t>
            </a:r>
            <a:r>
              <a:rPr lang="ru-RU"/>
              <a:t> для получения списка пользователей</a:t>
            </a:r>
            <a:endParaRPr/>
          </a:p>
        </p:txBody>
      </p:sp>
      <p:pic>
        <p:nvPicPr>
          <p:cNvPr id="904626471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3649437" y="1972536"/>
            <a:ext cx="4899219" cy="44888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684093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API</a:t>
            </a:r>
            <a:r>
              <a:rPr lang="ru-RU"/>
              <a:t> для голосования</a:t>
            </a:r>
            <a:endParaRPr/>
          </a:p>
        </p:txBody>
      </p:sp>
      <p:pic>
        <p:nvPicPr>
          <p:cNvPr id="939272232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3621790" y="1881821"/>
            <a:ext cx="4954512" cy="44888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47743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API</a:t>
            </a:r>
            <a:r>
              <a:rPr lang="ru-RU"/>
              <a:t> для получения результатов голосования</a:t>
            </a:r>
            <a:endParaRPr/>
          </a:p>
        </p:txBody>
      </p:sp>
      <p:pic>
        <p:nvPicPr>
          <p:cNvPr id="575155104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4090396" y="1981607"/>
            <a:ext cx="4017299" cy="44888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547043" name="Title 1"/>
          <p:cNvSpPr>
            <a:spLocks noGrp="1"/>
          </p:cNvSpPr>
          <p:nvPr>
            <p:ph type="title"/>
          </p:nvPr>
        </p:nvSpPr>
        <p:spPr bwMode="auto">
          <a:xfrm>
            <a:off x="959176" y="2824116"/>
            <a:ext cx="10515600" cy="1325561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Условия и ограничения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56366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Ограничения</a:t>
            </a:r>
            <a:endParaRPr/>
          </a:p>
        </p:txBody>
      </p:sp>
      <p:sp>
        <p:nvSpPr>
          <p:cNvPr id="678796658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1 реплика</a:t>
            </a:r>
            <a:endParaRPr/>
          </a:p>
          <a:p>
            <a:pPr>
              <a:defRPr/>
            </a:pPr>
            <a:r>
              <a:rPr/>
              <a:t>Используем популярные фреймворки и рантаймы из коробки</a:t>
            </a:r>
            <a:endParaRPr/>
          </a:p>
          <a:p>
            <a:pPr>
              <a:defRPr/>
            </a:pPr>
            <a:r>
              <a:rPr lang="en-US"/>
              <a:t>Request == Limits: 2 cpu, 2 gb ram</a:t>
            </a:r>
            <a:endParaRPr lang="en-US"/>
          </a:p>
          <a:p>
            <a:pPr>
              <a:defRPr/>
            </a:pPr>
            <a:r>
              <a:rPr lang="ru-RU"/>
              <a:t>Никаких персистентных слоев и внешних зависимостей. Вся обработка внутри памяти сервиса.</a:t>
            </a:r>
            <a:endParaRPr lang="ru-RU"/>
          </a:p>
          <a:p>
            <a:pPr>
              <a:defRPr/>
            </a:pPr>
            <a:r>
              <a:rPr lang="ru-RU"/>
              <a:t>Никакого тюнинга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43730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Выбор хостинга</a:t>
            </a:r>
            <a:endParaRPr/>
          </a:p>
        </p:txBody>
      </p:sp>
      <p:sp>
        <p:nvSpPr>
          <p:cNvPr id="566773749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Amazon AWS</a:t>
            </a:r>
            <a:endParaRPr lang="en-US"/>
          </a:p>
          <a:p>
            <a:pPr>
              <a:defRPr/>
            </a:pPr>
            <a:r>
              <a:rPr lang="en-US"/>
              <a:t>Hetzner</a:t>
            </a:r>
            <a:endParaRPr lang="en-US"/>
          </a:p>
          <a:p>
            <a:pPr>
              <a:defRPr/>
            </a:pPr>
            <a:r>
              <a:rPr lang="en-US"/>
              <a:t>Selectel</a:t>
            </a:r>
            <a:endParaRPr lang="en-US"/>
          </a:p>
          <a:p>
            <a:pPr>
              <a:defRPr/>
            </a:pPr>
            <a:r>
              <a:rPr lang="en-US"/>
              <a:t>Yandex Cloud</a:t>
            </a:r>
            <a:endParaRPr lang="en-US"/>
          </a:p>
          <a:p>
            <a:pPr>
              <a:defRPr/>
            </a:pPr>
            <a:r>
              <a:rPr lang="en-US"/>
              <a:t>MTS Cloud</a:t>
            </a:r>
            <a:endParaRPr lang="en-US"/>
          </a:p>
          <a:p>
            <a:pPr>
              <a:defRPr/>
            </a:pPr>
            <a:r>
              <a:rPr lang="ru-RU"/>
              <a:t>Ушатанный </a:t>
            </a:r>
            <a:r>
              <a:rPr lang="en-US"/>
              <a:t>ThinkCntre</a:t>
            </a:r>
            <a:r>
              <a:rPr lang="ru-RU"/>
              <a:t> купленный на авито шесть лет назад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247109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Выбор очевиден</a:t>
            </a:r>
            <a:endParaRPr/>
          </a:p>
        </p:txBody>
      </p:sp>
      <p:pic>
        <p:nvPicPr>
          <p:cNvPr id="116575791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24928" y="1629730"/>
            <a:ext cx="8781142" cy="5021715"/>
          </a:xfrm>
          <a:prstGeom prst="rect">
            <a:avLst/>
          </a:prstGeom>
        </p:spPr>
      </p:pic>
      <p:pic>
        <p:nvPicPr>
          <p:cNvPr id="24873729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349499" y="1909017"/>
            <a:ext cx="2975428" cy="2231571"/>
          </a:xfrm>
          <a:prstGeom prst="rect">
            <a:avLst/>
          </a:prstGeom>
        </p:spPr>
      </p:pic>
      <p:pic>
        <p:nvPicPr>
          <p:cNvPr id="166309217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339714" y="2221392"/>
            <a:ext cx="2856571" cy="16068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487328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ru-RU"/>
              <a:t>Спецификация</a:t>
            </a:r>
            <a:r>
              <a:rPr/>
              <a:t> </a:t>
            </a:r>
            <a:r>
              <a:rPr lang="ru-RU"/>
              <a:t>ЦОД</a:t>
            </a:r>
            <a:endParaRPr/>
          </a:p>
        </p:txBody>
      </p:sp>
      <p:sp>
        <p:nvSpPr>
          <p:cNvPr id="1029893959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Debian 12</a:t>
            </a:r>
            <a:endParaRPr lang="en-US"/>
          </a:p>
          <a:p>
            <a:pPr>
              <a:defRPr/>
            </a:pPr>
            <a:r>
              <a:rPr lang="en-US"/>
              <a:t>4 cpu, 24gb ram</a:t>
            </a:r>
            <a:endParaRPr lang="en-US"/>
          </a:p>
          <a:p>
            <a:pPr>
              <a:defRPr/>
            </a:pPr>
            <a:r>
              <a:rPr lang="en-US"/>
              <a:t>K3s version: v1.36.2+k3s1</a:t>
            </a:r>
            <a:endParaRPr/>
          </a:p>
          <a:p>
            <a:pPr>
              <a:defRPr/>
            </a:pPr>
            <a:r>
              <a:rPr/>
              <a:t>Сертификация ФСТЭК - никогда</a:t>
            </a:r>
            <a:endParaRPr/>
          </a:p>
          <a:p>
            <a:pPr>
              <a:defRPr/>
            </a:pPr>
            <a:r>
              <a:rPr/>
              <a:t>Зона доступности – одна (иногда)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999387" name="Title 1"/>
          <p:cNvSpPr>
            <a:spLocks noGrp="1"/>
          </p:cNvSpPr>
          <p:nvPr>
            <p:ph type="title"/>
          </p:nvPr>
        </p:nvSpPr>
        <p:spPr bwMode="auto">
          <a:xfrm>
            <a:off x="841248" y="2766218"/>
            <a:ext cx="10515600" cy="1325561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Внутрянка сервисов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819717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Java</a:t>
            </a:r>
            <a:endParaRPr/>
          </a:p>
        </p:txBody>
      </p:sp>
      <p:sp>
        <p:nvSpPr>
          <p:cNvPr id="500215842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Maven</a:t>
            </a:r>
            <a:endParaRPr lang="en-US"/>
          </a:p>
          <a:p>
            <a:pPr>
              <a:defRPr/>
            </a:pPr>
            <a:r>
              <a:rPr lang="en-US"/>
              <a:t>JDK: Eclipse Temurin 21</a:t>
            </a:r>
            <a:endParaRPr lang="en-US"/>
          </a:p>
          <a:p>
            <a:pPr>
              <a:defRPr/>
            </a:pPr>
            <a:r>
              <a:rPr lang="en-US"/>
              <a:t>SpringBoot: </a:t>
            </a:r>
            <a:r>
              <a:rPr lang="en-US"/>
              <a:t>3.3.5</a:t>
            </a:r>
            <a:endParaRPr lang="en-US"/>
          </a:p>
          <a:p>
            <a:pPr lvl="1">
              <a:defRPr/>
            </a:pPr>
            <a:r>
              <a:rPr lang="en-US"/>
              <a:t>Apache Tomcat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10.1.31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088838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NodeJS</a:t>
            </a:r>
            <a:endParaRPr/>
          </a:p>
        </p:txBody>
      </p:sp>
      <p:sp>
        <p:nvSpPr>
          <p:cNvPr id="767537617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691320"/>
            <a:ext cx="10515600" cy="448881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npm</a:t>
            </a:r>
            <a:endParaRPr lang="en-US"/>
          </a:p>
          <a:p>
            <a:pPr>
              <a:defRPr/>
            </a:pPr>
            <a:r>
              <a:rPr lang="en-US"/>
              <a:t>Node 20.0</a:t>
            </a:r>
            <a:endParaRPr lang="en-US"/>
          </a:p>
          <a:p>
            <a:pPr>
              <a:defRPr/>
            </a:pPr>
            <a:r>
              <a:rPr lang="en-US"/>
              <a:t>TypeScript: 5.7.3</a:t>
            </a:r>
            <a:endParaRPr lang="en-US"/>
          </a:p>
          <a:p>
            <a:pPr>
              <a:defRPr/>
            </a:pPr>
            <a:r>
              <a:rPr lang="en-US"/>
              <a:t>NestJS 10.4.5</a:t>
            </a:r>
            <a:endParaRPr lang="en-US"/>
          </a:p>
          <a:p>
            <a:pPr lvl="1">
              <a:defRPr/>
            </a:pPr>
            <a:r>
              <a:rPr lang="en-US"/>
              <a:t>Express 5.0.0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553508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Bun</a:t>
            </a:r>
            <a:endParaRPr/>
          </a:p>
        </p:txBody>
      </p:sp>
      <p:sp>
        <p:nvSpPr>
          <p:cNvPr id="1444229140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Кодовая база та же что и у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Microsoft YaHei"/>
                <a:cs typeface="Arial"/>
              </a:rPr>
              <a:t>NodeJS</a:t>
            </a:r>
            <a:endParaRPr sz="2800"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Bun 1.2</a:t>
            </a:r>
            <a:endParaRPr sz="2800"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TypeScript: 5.7.3</a:t>
            </a:r>
            <a:endParaRPr sz="2800"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NestJS 10.4.5</a:t>
            </a:r>
            <a:endParaRPr sz="2800"/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Express 5.0.0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320787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Go</a:t>
            </a:r>
            <a:endParaRPr/>
          </a:p>
        </p:txBody>
      </p:sp>
      <p:sp>
        <p:nvSpPr>
          <p:cNvPr id="565894011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Go 1.22</a:t>
            </a:r>
            <a:endParaRPr lang="en-US"/>
          </a:p>
          <a:p>
            <a:pPr>
              <a:defRPr/>
            </a:pPr>
            <a:r>
              <a:rPr lang="en-US"/>
              <a:t>Chi 5.2.1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144632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PHP</a:t>
            </a:r>
            <a:endParaRPr/>
          </a:p>
        </p:txBody>
      </p:sp>
      <p:sp>
        <p:nvSpPr>
          <p:cNvPr id="385283938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Composer</a:t>
            </a:r>
            <a:endParaRPr lang="en-US"/>
          </a:p>
          <a:p>
            <a:pPr>
              <a:defRPr/>
            </a:pPr>
            <a:r>
              <a:rPr lang="en-US"/>
              <a:t>PHP </a:t>
            </a:r>
            <a:r>
              <a:rPr lang="en-US"/>
              <a:t>8.3</a:t>
            </a:r>
            <a:endParaRPr lang="en-US"/>
          </a:p>
          <a:p>
            <a:pPr lvl="1">
              <a:defRPr/>
            </a:pPr>
            <a:r>
              <a:rPr lang="en-US"/>
              <a:t>Laravel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11.31</a:t>
            </a:r>
            <a:endParaRPr lang="en-US"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frankenphp</a:t>
            </a:r>
            <a:r>
              <a:rPr lang="en-US"/>
              <a:t> 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679707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DotNet</a:t>
            </a:r>
            <a:endParaRPr/>
          </a:p>
        </p:txBody>
      </p:sp>
      <p:sp>
        <p:nvSpPr>
          <p:cNvPr id="61162263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DotNet (sdk, aspnet): 8.0</a:t>
            </a:r>
            <a:endParaRPr lang="en-US"/>
          </a:p>
          <a:p>
            <a:pPr>
              <a:defRPr/>
            </a:pPr>
            <a:r>
              <a:rPr lang="en-US"/>
              <a:t>Nuget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804910" name="Title 1"/>
          <p:cNvSpPr>
            <a:spLocks noGrp="1"/>
          </p:cNvSpPr>
          <p:nvPr>
            <p:ph type="title"/>
          </p:nvPr>
        </p:nvSpPr>
        <p:spPr bwMode="auto">
          <a:xfrm>
            <a:off x="838198" y="2914831"/>
            <a:ext cx="10515600" cy="1325561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ru-RU"/>
              <a:t>Нагрузочное тестирование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809624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Вводные</a:t>
            </a:r>
            <a:endParaRPr/>
          </a:p>
        </p:txBody>
      </p:sp>
      <p:sp>
        <p:nvSpPr>
          <p:cNvPr id="1670629125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Инструмент: </a:t>
            </a:r>
            <a:r>
              <a:rPr lang="en-US"/>
              <a:t>k6</a:t>
            </a:r>
            <a:endParaRPr lang="en-US"/>
          </a:p>
          <a:p>
            <a:pPr>
              <a:defRPr/>
            </a:pPr>
            <a:r>
              <a:rPr lang="ru-RU"/>
              <a:t>Сценарии:</a:t>
            </a:r>
            <a:endParaRPr lang="ru-RU"/>
          </a:p>
          <a:p>
            <a:pPr marL="807165" lvl="1" indent="-349965">
              <a:buFont typeface="Arial"/>
              <a:buAutoNum type="arabicPeriod"/>
              <a:defRPr/>
            </a:pPr>
            <a:r>
              <a:rPr lang="en-US"/>
              <a:t>Max rps</a:t>
            </a:r>
            <a:r>
              <a:rPr lang="ru-RU"/>
              <a:t> на вызов статичного списка</a:t>
            </a:r>
            <a:r>
              <a:rPr lang="en-US"/>
              <a:t> GET</a:t>
            </a:r>
            <a:r>
              <a:rPr lang="ru-RU"/>
              <a:t> </a:t>
            </a:r>
            <a:r>
              <a:rPr lang="en-US"/>
              <a:t>/v1/beers</a:t>
            </a:r>
            <a:r>
              <a:rPr lang="ru-RU"/>
              <a:t>. 2 минуты.</a:t>
            </a:r>
            <a:endParaRPr lang="en-US"/>
          </a:p>
          <a:p>
            <a:pPr marL="807165" lvl="1" indent="-349965">
              <a:buFont typeface="Arial"/>
              <a:buAutoNum type="arabicPeriod"/>
              <a:defRPr/>
            </a:pPr>
            <a:r>
              <a:rPr lang="en-US"/>
              <a:t>Max rps</a:t>
            </a:r>
            <a:r>
              <a:rPr lang="ru-RU"/>
              <a:t> на вызов эндпоинта создания пользователей </a:t>
            </a:r>
            <a:r>
              <a:rPr lang="en-US"/>
              <a:t>POST /v1/users</a:t>
            </a:r>
            <a:r>
              <a:rPr lang="ru-RU"/>
              <a:t>.</a:t>
            </a:r>
            <a:r>
              <a:rPr lang="ru-RU"/>
              <a:t> 2 минуты.</a:t>
            </a:r>
            <a:endParaRPr lang="en-US"/>
          </a:p>
          <a:p>
            <a:pPr marL="807165" lvl="1" indent="-349965">
              <a:buFont typeface="Arial"/>
              <a:buAutoNum type="arabicPeriod"/>
              <a:defRPr/>
            </a:pPr>
            <a:r>
              <a:rPr lang="en-US"/>
              <a:t>Mixed: </a:t>
            </a:r>
            <a:r>
              <a:rPr lang="ru-RU"/>
              <a:t>Дергаем все эндпоинты подряд. Регистрируем пользователей, голосуем, делаем расчеты голосов, получаем список пользователей и т.д. 6 минут.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382396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Условия нагрузочного тестирования</a:t>
            </a:r>
            <a:endParaRPr/>
          </a:p>
        </p:txBody>
      </p:sp>
      <p:sp>
        <p:nvSpPr>
          <p:cNvPr id="2136744129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7" tIns="274317" rIns="274317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lvl="1">
              <a:defRPr/>
            </a:pPr>
            <a:r>
              <a:rPr/>
              <a:t>Используем </a:t>
            </a:r>
            <a:r>
              <a:rPr lang="en-US"/>
              <a:t>Ramping arrival rate</a:t>
            </a:r>
            <a:br>
              <a:rPr lang="en-US"/>
            </a:br>
            <a:endParaRPr/>
          </a:p>
          <a:p>
            <a:pPr lvl="1">
              <a:defRPr/>
            </a:pPr>
            <a:r>
              <a:rPr/>
              <a:t>Запросы в секунду</a:t>
            </a:r>
            <a:endParaRPr/>
          </a:p>
          <a:p>
            <a:pPr lvl="2">
              <a:defRPr/>
            </a:pPr>
            <a:r>
              <a:rPr/>
              <a:t>Стартовое значение: 100</a:t>
            </a:r>
            <a:endParaRPr/>
          </a:p>
          <a:p>
            <a:pPr lvl="2">
              <a:defRPr/>
            </a:pPr>
            <a:r>
              <a:rPr/>
              <a:t>Максимальное значение: 10000</a:t>
            </a:r>
            <a:endParaRPr/>
          </a:p>
          <a:p>
            <a:pPr marL="457200" lvl="1" indent="0">
              <a:buFont typeface="Arial"/>
              <a:buNone/>
              <a:defRPr/>
            </a:pPr>
            <a:endParaRPr/>
          </a:p>
          <a:p>
            <a:pPr lvl="1">
              <a:defRPr/>
            </a:pPr>
            <a:r>
              <a:rPr/>
              <a:t>Длина ступени: 20</a:t>
            </a:r>
            <a:r>
              <a:rPr lang="en-US"/>
              <a:t> </a:t>
            </a:r>
            <a:r>
              <a:rPr lang="ru-RU"/>
              <a:t>секунд</a:t>
            </a:r>
            <a:endParaRPr lang="ru-RU"/>
          </a:p>
          <a:p>
            <a:pPr marL="457200" lvl="1" indent="0">
              <a:buFont typeface="Arial"/>
              <a:buNone/>
              <a:defRPr/>
            </a:pPr>
            <a:endParaRPr lang="ru-RU"/>
          </a:p>
          <a:p>
            <a:pPr lvl="1">
              <a:defRPr/>
            </a:pPr>
            <a:r>
              <a:rPr lang="ru-RU"/>
              <a:t>Остановка НТ в случае</a:t>
            </a:r>
            <a:r>
              <a:rPr lang="ru-RU"/>
              <a:t>, если сервис перестал отвечать</a:t>
            </a:r>
            <a:br>
              <a:rPr lang="ru-RU"/>
            </a:br>
            <a:endParaRPr lang="ru-RU"/>
          </a:p>
          <a:p>
            <a:pPr lvl="1">
              <a:defRPr/>
            </a:pPr>
            <a:r>
              <a:rPr lang="ru-RU"/>
              <a:t>Перед каждым сценарием запускаем свежий под</a:t>
            </a:r>
            <a:endParaRPr lang="ru-RU"/>
          </a:p>
          <a:p>
            <a:pPr lvl="2">
              <a:defRPr/>
            </a:pPr>
            <a:endParaRPr/>
          </a:p>
          <a:p>
            <a:pPr marL="457200" lvl="1" indent="0">
              <a:buFont typeface="Arial"/>
              <a:buNone/>
              <a:defRPr/>
            </a:pPr>
            <a:endParaRPr/>
          </a:p>
          <a:p>
            <a:pPr marL="457200" lvl="1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36017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ru-RU"/>
              <a:t>Первый сценарий</a:t>
            </a:r>
            <a:endParaRPr/>
          </a:p>
        </p:txBody>
      </p:sp>
      <p:pic>
        <p:nvPicPr>
          <p:cNvPr id="174676069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68766" y="2021325"/>
            <a:ext cx="10054466" cy="36205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47438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Первый сценирий</a:t>
            </a:r>
            <a:endParaRPr/>
          </a:p>
        </p:txBody>
      </p:sp>
      <p:graphicFrame>
        <p:nvGraphicFramePr>
          <p:cNvPr id="1169449080" name=""/>
          <p:cNvGraphicFramePr>
            <a:graphicFrameLocks xmlns:a="http://schemas.openxmlformats.org/drawingml/2006/main"/>
          </p:cNvGraphicFramePr>
          <p:nvPr>
            <p:ph idx="1"/>
          </p:nvPr>
        </p:nvGraphicFramePr>
        <p:xfrm>
          <a:off x="1786686" y="1821381"/>
          <a:ext cx="8400064" cy="475853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400010"/>
                <a:gridCol w="1389989"/>
                <a:gridCol w="1410032"/>
                <a:gridCol w="1400010"/>
                <a:gridCol w="1400010"/>
                <a:gridCol w="1400010"/>
              </a:tblGrid>
              <a:tr h="1334787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Язык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http_reqs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RPS peak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RPS avg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http_req_duration (p95)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Выжил</a:t>
                      </a:r>
                      <a:endParaRPr lang="en-US"/>
                    </a:p>
                  </a:txBody>
                  <a:tcPr/>
                </a:tc>
              </a:tr>
              <a:tr h="533915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Go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601.8k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9.95k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5k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333us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Да</a:t>
                      </a:r>
                      <a:endParaRPr/>
                    </a:p>
                  </a:txBody>
                  <a:tcPr/>
                </a:tc>
              </a:tr>
              <a:tr h="684756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Java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313.8k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8</a:t>
                      </a:r>
                      <a:r>
                        <a:rPr lang="en-US"/>
                        <a:t>.08k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3.34k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567us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b="1"/>
                        <a:t>Умер на 1</a:t>
                      </a:r>
                      <a:r>
                        <a:rPr lang="en-US" b="1"/>
                        <a:t>m 34</a:t>
                      </a:r>
                      <a:r>
                        <a:rPr lang="ru-RU" b="1"/>
                        <a:t> </a:t>
                      </a:r>
                      <a:r>
                        <a:rPr lang="en-US" b="1"/>
                        <a:t>sec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.Net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602.3k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9</a:t>
                      </a:r>
                      <a:r>
                        <a:rPr lang="en-US"/>
                        <a:t>.</a:t>
                      </a:r>
                      <a:r>
                        <a:rPr/>
                        <a:t>92</a:t>
                      </a:r>
                      <a:r>
                        <a:rPr lang="en-US"/>
                        <a:t>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5.01k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811</a:t>
                      </a:r>
                      <a:r>
                        <a:rPr lang="en-US"/>
                        <a:t>us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Да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NodeJS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376.2k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4</a:t>
                      </a:r>
                      <a:r>
                        <a:rPr lang="en-US"/>
                        <a:t>.</a:t>
                      </a:r>
                      <a:r>
                        <a:rPr/>
                        <a:t>67</a:t>
                      </a:r>
                      <a:r>
                        <a:rPr lang="en-US"/>
                        <a:t>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3.13k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121ms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Да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/>
                        <a:t>Bun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602.8k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9.99k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5.01k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Да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PHP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148.9k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1.53k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1.24k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340ms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Да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761763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Утилизация ресурсов</a:t>
            </a:r>
            <a:endParaRPr/>
          </a:p>
        </p:txBody>
      </p:sp>
      <p:graphicFrame>
        <p:nvGraphicFramePr>
          <p:cNvPr id="1020933859" name=""/>
          <p:cNvGraphicFramePr>
            <a:graphicFrameLocks xmlns:a="http://schemas.openxmlformats.org/drawingml/2006/main"/>
          </p:cNvGraphicFramePr>
          <p:nvPr>
            <p:ph idx="1"/>
          </p:nvPr>
        </p:nvGraphicFramePr>
        <p:xfrm>
          <a:off x="3304037" y="1811751"/>
          <a:ext cx="5590021" cy="475853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400010"/>
                <a:gridCol w="1389989"/>
                <a:gridCol w="1389989"/>
                <a:gridCol w="1410032"/>
              </a:tblGrid>
              <a:tr h="1334787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Язык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CPU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CPU Throtling Peak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RAM</a:t>
                      </a:r>
                      <a:endParaRPr lang="en-US"/>
                    </a:p>
                  </a:txBody>
                  <a:tcPr/>
                </a:tc>
              </a:tr>
              <a:tr h="533915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Go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0.632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61.8Mb</a:t>
                      </a:r>
                      <a:endParaRPr/>
                    </a:p>
                  </a:txBody>
                  <a:tcPr/>
                </a:tc>
              </a:tr>
              <a:tr h="684756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Java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0.151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195Mb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.Net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0.996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43.8Mb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NodeJS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0.657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29.1Mb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0"/>
                        <a:t>Bun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0.267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48.5Mb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PHP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0.358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47Mb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688906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ru-RU"/>
              <a:t>Второй сценарий</a:t>
            </a:r>
            <a:endParaRPr/>
          </a:p>
        </p:txBody>
      </p:sp>
      <p:graphicFrame>
        <p:nvGraphicFramePr>
          <p:cNvPr id="688127135" name=""/>
          <p:cNvGraphicFramePr>
            <a:graphicFrameLocks xmlns:a="http://schemas.openxmlformats.org/drawingml/2006/main"/>
          </p:cNvGraphicFramePr>
          <p:nvPr>
            <p:ph idx="1"/>
          </p:nvPr>
        </p:nvGraphicFramePr>
        <p:xfrm rot="0">
          <a:off x="1589617" y="1821380"/>
          <a:ext cx="8400059" cy="4936153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400009"/>
                <a:gridCol w="1400009"/>
                <a:gridCol w="1400009"/>
                <a:gridCol w="1400009"/>
                <a:gridCol w="1400009"/>
                <a:gridCol w="1400009"/>
              </a:tblGrid>
              <a:tr h="1334787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Язык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http_reqs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RPS peak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RPS avg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http_req_duration (p95)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Выжил</a:t>
                      </a:r>
                      <a:endParaRPr lang="en-US"/>
                    </a:p>
                  </a:txBody>
                  <a:tcPr/>
                </a:tc>
              </a:tr>
              <a:tr h="533915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/>
                        <a:t>Go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602.5k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9.92k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5.01k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344us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Да</a:t>
                      </a:r>
                      <a:endParaRPr/>
                    </a:p>
                  </a:txBody>
                  <a:tcPr/>
                </a:tc>
              </a:tr>
              <a:tr h="684756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Java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595.5k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9</a:t>
                      </a:r>
                      <a:r>
                        <a:rPr lang="en-US"/>
                        <a:t>.39k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4.95k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15ms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Да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.Net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599.7k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9</a:t>
                      </a:r>
                      <a:r>
                        <a:rPr lang="en-US"/>
                        <a:t>.</a:t>
                      </a:r>
                      <a:r>
                        <a:rPr/>
                        <a:t>78</a:t>
                      </a:r>
                      <a:r>
                        <a:rPr lang="en-US"/>
                        <a:t>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4.99k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Да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NodeJS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224.1k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3.13k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2.16k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174ms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Умер 1</a:t>
                      </a:r>
                      <a:r>
                        <a:rPr lang="en-US" b="1"/>
                        <a:t>m44s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Bun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480.5k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6.53k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4k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95ms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Да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PHP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15.7k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490.4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189.35s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Умер </a:t>
                      </a:r>
                      <a:endParaRPr b="1"/>
                    </a:p>
                    <a:p>
                      <a:pPr>
                        <a:defRPr/>
                      </a:pPr>
                      <a:r>
                        <a:rPr b="1"/>
                        <a:t>1</a:t>
                      </a:r>
                      <a:r>
                        <a:rPr lang="en-US" b="1"/>
                        <a:t>m 23s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98601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Утилизация ресурсов</a:t>
            </a:r>
            <a:endParaRPr/>
          </a:p>
        </p:txBody>
      </p:sp>
      <p:graphicFrame>
        <p:nvGraphicFramePr>
          <p:cNvPr id="17121382" name=""/>
          <p:cNvGraphicFramePr>
            <a:graphicFrameLocks xmlns:a="http://schemas.openxmlformats.org/drawingml/2006/main"/>
          </p:cNvGraphicFramePr>
          <p:nvPr>
            <p:ph idx="1"/>
          </p:nvPr>
        </p:nvGraphicFramePr>
        <p:xfrm>
          <a:off x="3304037" y="1811751"/>
          <a:ext cx="5590021" cy="475853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400010"/>
                <a:gridCol w="1389989"/>
                <a:gridCol w="1389989"/>
                <a:gridCol w="1410032"/>
              </a:tblGrid>
              <a:tr h="1334787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Язык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CPU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CPU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RAM</a:t>
                      </a:r>
                      <a:endParaRPr lang="en-US"/>
                    </a:p>
                  </a:txBody>
                  <a:tcPr/>
                </a:tc>
              </a:tr>
              <a:tr h="533915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Go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0.381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335Mb</a:t>
                      </a:r>
                      <a:endParaRPr/>
                    </a:p>
                  </a:txBody>
                  <a:tcPr/>
                </a:tc>
              </a:tr>
              <a:tr h="684756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Java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0.570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5.13%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716Mb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.Net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1.05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9.03%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554Mb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NodeJS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0.309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26.5Mb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0"/>
                        <a:t>Bun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0.682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2.26%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505Mb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PHP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0.358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47Mb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766399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ru-RU"/>
              <a:t>Третий сценарий</a:t>
            </a:r>
            <a:endParaRPr/>
          </a:p>
        </p:txBody>
      </p:sp>
      <p:graphicFrame>
        <p:nvGraphicFramePr>
          <p:cNvPr id="192524496" name=""/>
          <p:cNvGraphicFramePr>
            <a:graphicFrameLocks xmlns:a="http://schemas.openxmlformats.org/drawingml/2006/main"/>
          </p:cNvGraphicFramePr>
          <p:nvPr>
            <p:ph idx="1"/>
          </p:nvPr>
        </p:nvGraphicFramePr>
        <p:xfrm rot="0">
          <a:off x="1031254" y="1821380"/>
          <a:ext cx="10090991" cy="461809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261374"/>
                <a:gridCol w="1261374"/>
                <a:gridCol w="1261374"/>
                <a:gridCol w="1261374"/>
                <a:gridCol w="1261373"/>
                <a:gridCol w="1261373"/>
                <a:gridCol w="1261373"/>
                <a:gridCol w="1261373"/>
              </a:tblGrid>
              <a:tr h="1218664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Язык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http_reqs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RPS peak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RPS avg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http_req_duration (p95)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Создано пользователей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Учтено голосов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Выжил</a:t>
                      </a:r>
                      <a:endParaRPr lang="en-US"/>
                    </a:p>
                  </a:txBody>
                  <a:tcPr/>
                </a:tc>
              </a:tr>
              <a:tr h="487466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Go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99.5k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687.8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276.29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494ms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27866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26145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Да</a:t>
                      </a:r>
                      <a:endParaRPr/>
                    </a:p>
                  </a:txBody>
                  <a:tcPr/>
                </a:tc>
              </a:tr>
              <a:tr h="625184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/>
                        <a:t>Java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146.9k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699.4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408.04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198ms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41334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38727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Да</a:t>
                      </a:r>
                      <a:endParaRPr/>
                    </a:p>
                  </a:txBody>
                  <a:tcPr/>
                </a:tc>
              </a:tr>
              <a:tr h="50330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.Net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141.9k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693.8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394.06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210ms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39726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37321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Да</a:t>
                      </a:r>
                      <a:endParaRPr/>
                    </a:p>
                  </a:txBody>
                  <a:tcPr/>
                </a:tc>
              </a:tr>
              <a:tr h="584394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NodeJS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11.8k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249.3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125.59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852ms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3308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3093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1" i="0" u="none" strike="noStrike" cap="none" spc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Умер 1</a:t>
                      </a:r>
                      <a:r>
                        <a:rPr lang="en-US" sz="1800" b="1" i="0" u="none" strike="noStrike" cap="none" spc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 34s</a:t>
                      </a:r>
                      <a:endParaRPr/>
                    </a:p>
                  </a:txBody>
                  <a:tcPr/>
                </a:tc>
              </a:tr>
              <a:tr h="584394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Bun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12.7k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249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117.17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979</a:t>
                      </a:r>
                      <a:r>
                        <a:rPr lang="en-US"/>
                        <a:t>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3495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3254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1" i="0" u="none" strike="noStrike" cap="none" spc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Умер 1</a:t>
                      </a:r>
                      <a:r>
                        <a:rPr lang="en-US" sz="1800" b="1" i="0" u="none" strike="noStrike" cap="none" spc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 48s</a:t>
                      </a:r>
                      <a:endParaRPr/>
                    </a:p>
                  </a:txBody>
                  <a:tcPr/>
                </a:tc>
              </a:tr>
              <a:tr h="50330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PHP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50.8k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472.3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141.15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582ms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14109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13233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Да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355174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Утилизация ресурсов</a:t>
            </a:r>
            <a:endParaRPr/>
          </a:p>
        </p:txBody>
      </p:sp>
      <p:graphicFrame>
        <p:nvGraphicFramePr>
          <p:cNvPr id="744538788" name=""/>
          <p:cNvGraphicFramePr>
            <a:graphicFrameLocks xmlns:a="http://schemas.openxmlformats.org/drawingml/2006/main"/>
          </p:cNvGraphicFramePr>
          <p:nvPr>
            <p:ph idx="1"/>
          </p:nvPr>
        </p:nvGraphicFramePr>
        <p:xfrm>
          <a:off x="3304037" y="1811751"/>
          <a:ext cx="5590021" cy="475853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400010"/>
                <a:gridCol w="1389989"/>
                <a:gridCol w="1389989"/>
                <a:gridCol w="1410032"/>
              </a:tblGrid>
              <a:tr h="1334787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Язык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CPU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CPU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RAM</a:t>
                      </a:r>
                      <a:endParaRPr lang="en-US"/>
                    </a:p>
                  </a:txBody>
                  <a:tcPr/>
                </a:tc>
              </a:tr>
              <a:tr h="533915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Go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100%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42.6Mb</a:t>
                      </a:r>
                      <a:endParaRPr/>
                    </a:p>
                  </a:txBody>
                  <a:tcPr/>
                </a:tc>
              </a:tr>
              <a:tr h="684756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Java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1.8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100%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275Mb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.Net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100%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71.4Mb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NodeJS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0.6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25Mb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0"/>
                        <a:t>Bun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48.5Mb</a:t>
                      </a:r>
                      <a:endParaRPr/>
                    </a:p>
                  </a:txBody>
                  <a:tcPr/>
                </a:tc>
              </a:tr>
              <a:tr h="5512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PHP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85.3Mb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879830" name="Title 1"/>
          <p:cNvSpPr>
            <a:spLocks noGrp="1"/>
          </p:cNvSpPr>
          <p:nvPr>
            <p:ph type="title"/>
          </p:nvPr>
        </p:nvSpPr>
        <p:spPr bwMode="auto">
          <a:xfrm>
            <a:off x="777747" y="2434045"/>
            <a:ext cx="10515600" cy="132556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Итоги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387833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Краткий вывод</a:t>
            </a:r>
            <a:endParaRPr/>
          </a:p>
        </p:txBody>
      </p:sp>
      <p:pic>
        <p:nvPicPr>
          <p:cNvPr id="185994617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11374" y="1922008"/>
            <a:ext cx="7715250" cy="4429125"/>
          </a:xfrm>
          <a:prstGeom prst="rect">
            <a:avLst/>
          </a:prstGeom>
        </p:spPr>
      </p:pic>
      <p:pic>
        <p:nvPicPr>
          <p:cNvPr id="7338415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762992" y="5609714"/>
            <a:ext cx="2085443" cy="676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621802" name="Title 1"/>
          <p:cNvSpPr>
            <a:spLocks noGrp="1"/>
          </p:cNvSpPr>
          <p:nvPr>
            <p:ph type="title"/>
          </p:nvPr>
        </p:nvSpPr>
        <p:spPr bwMode="auto">
          <a:xfrm>
            <a:off x="841248" y="267225"/>
            <a:ext cx="10515600" cy="132556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ru-RU"/>
              <a:t>Краткий вывод</a:t>
            </a:r>
            <a:endParaRPr/>
          </a:p>
        </p:txBody>
      </p:sp>
      <p:graphicFrame>
        <p:nvGraphicFramePr>
          <p:cNvPr id="492819197" name=""/>
          <p:cNvGraphicFramePr>
            <a:graphicFrameLocks xmlns:a="http://schemas.openxmlformats.org/drawingml/2006/main"/>
          </p:cNvGraphicFramePr>
          <p:nvPr>
            <p:ph idx="1"/>
          </p:nvPr>
        </p:nvGraphicFramePr>
        <p:xfrm>
          <a:off x="841245" y="1691320"/>
          <a:ext cx="10515600" cy="1884523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505199"/>
                <a:gridCol w="3505199"/>
                <a:gridCol w="3505199"/>
              </a:tblGrid>
              <a:tr h="404092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Место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Runtime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Комментарий</a:t>
                      </a:r>
                      <a:endParaRPr/>
                    </a:p>
                  </a:txBody>
                  <a:tcPr/>
                </a:tc>
              </a:tr>
              <a:tr h="673487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Go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700"/>
                        <a:t>Лучший потолок </a:t>
                      </a:r>
                      <a:r>
                        <a:rPr lang="en-US" sz="1700"/>
                        <a:t>RPS</a:t>
                      </a:r>
                      <a:r>
                        <a:rPr lang="ru-RU" sz="1700"/>
                        <a:t> + </a:t>
                      </a:r>
                      <a:r>
                        <a:rPr lang="ru-RU" sz="1700"/>
                        <a:t>лучшая</a:t>
                      </a:r>
                      <a:r>
                        <a:rPr lang="en-US" sz="1700"/>
                        <a:t> latenc</a:t>
                      </a:r>
                      <a:r>
                        <a:rPr lang="en-US" sz="1700"/>
                        <a:t>y</a:t>
                      </a:r>
                      <a:r>
                        <a:rPr lang="ru-RU" sz="1700"/>
                        <a:t> на чтении и записи.</a:t>
                      </a:r>
                      <a:endParaRPr sz="1700"/>
                    </a:p>
                  </a:txBody>
                  <a:tcPr/>
                </a:tc>
              </a:tr>
              <a:tr h="95972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.Net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/>
                        <a:t>Почти догоняет</a:t>
                      </a:r>
                      <a:r>
                        <a:rPr lang="ru-RU" sz="1700"/>
                        <a:t> на </a:t>
                      </a:r>
                      <a:r>
                        <a:rPr lang="en-US" sz="1700"/>
                        <a:t>1 </a:t>
                      </a:r>
                      <a:r>
                        <a:rPr lang="ru-RU" sz="1700"/>
                        <a:t>и 2 сценариях. Второй в </a:t>
                      </a:r>
                      <a:r>
                        <a:rPr lang="ru-RU" sz="1700"/>
                        <a:t>третьем сценарии.</a:t>
                      </a:r>
                      <a:endParaRPr sz="1700"/>
                    </a:p>
                  </a:txBody>
                  <a:tcPr/>
                </a:tc>
              </a:tr>
              <a:tr h="673487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Java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/>
                        <a:t>Лучший в третьем сценарии, но умер на первом.</a:t>
                      </a:r>
                      <a:endParaRPr sz="1700"/>
                    </a:p>
                  </a:txBody>
                  <a:tcPr/>
                </a:tc>
              </a:tr>
              <a:tr h="889213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Bun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/>
                        <a:t>Отличный пик </a:t>
                      </a:r>
                      <a:r>
                        <a:rPr lang="en-US" sz="1700"/>
                        <a:t>RPS</a:t>
                      </a:r>
                      <a:r>
                        <a:rPr lang="ru-RU" sz="1700"/>
                        <a:t> на первом сценарии, хуже на втором, умирает на третьем.</a:t>
                      </a:r>
                      <a:endParaRPr sz="1700"/>
                    </a:p>
                  </a:txBody>
                  <a:tcPr/>
                </a:tc>
              </a:tr>
              <a:tr h="379493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PHP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/>
                        <a:t>Дожил на третьем сценарии, но низкие </a:t>
                      </a:r>
                      <a:r>
                        <a:rPr lang="en-US" sz="1700"/>
                        <a:t>rps</a:t>
                      </a:r>
                      <a:r>
                        <a:rPr lang="ru-RU" sz="1700"/>
                        <a:t> + умер на втором.</a:t>
                      </a:r>
                      <a:endParaRPr sz="1700"/>
                    </a:p>
                  </a:txBody>
                  <a:tcPr/>
                </a:tc>
              </a:tr>
              <a:tr h="404092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/>
                        <a:t>Просто днище.</a:t>
                      </a:r>
                      <a:endParaRPr sz="170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89625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768623" y="5927213"/>
            <a:ext cx="2085442" cy="6767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264220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Минусы эксперимента</a:t>
            </a:r>
            <a:endParaRPr/>
          </a:p>
        </p:txBody>
      </p:sp>
      <p:sp>
        <p:nvSpPr>
          <p:cNvPr id="1048495913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7" tIns="274317" rIns="274317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Плохая репрезентативность из-за ресурсоемкости задачи</a:t>
            </a:r>
            <a:endParaRPr/>
          </a:p>
          <a:p>
            <a:pPr>
              <a:defRPr/>
            </a:pPr>
            <a:r>
              <a:rPr/>
              <a:t>Отсутствие тюнинга</a:t>
            </a:r>
            <a:endParaRPr/>
          </a:p>
          <a:p>
            <a:pPr lvl="1">
              <a:defRPr/>
            </a:pPr>
            <a:r>
              <a:rPr/>
              <a:t>В </a:t>
            </a:r>
            <a:r>
              <a:rPr lang="en-US"/>
              <a:t>Spring </a:t>
            </a:r>
            <a:r>
              <a:rPr lang="ru-RU"/>
              <a:t>можно заменить </a:t>
            </a:r>
            <a:r>
              <a:rPr lang="en-US"/>
              <a:t>Tomcat </a:t>
            </a:r>
            <a:r>
              <a:rPr lang="ru-RU"/>
              <a:t>на </a:t>
            </a:r>
            <a:r>
              <a:rPr lang="en-US"/>
              <a:t>Netty</a:t>
            </a:r>
            <a:endParaRPr lang="en-US"/>
          </a:p>
          <a:p>
            <a:pPr lvl="1">
              <a:defRPr/>
            </a:pPr>
            <a:r>
              <a:rPr lang="ru-RU"/>
              <a:t>В </a:t>
            </a:r>
            <a:r>
              <a:rPr lang="en-US"/>
              <a:t>NestJS</a:t>
            </a:r>
            <a:r>
              <a:rPr lang="ru-RU"/>
              <a:t> </a:t>
            </a:r>
            <a:r>
              <a:rPr lang="en-US"/>
              <a:t>Express</a:t>
            </a:r>
            <a:r>
              <a:rPr lang="ru-RU"/>
              <a:t> на </a:t>
            </a:r>
            <a:r>
              <a:rPr lang="en-US"/>
              <a:t>Fastify</a:t>
            </a:r>
            <a:r>
              <a:rPr lang="ru-RU"/>
              <a:t> + использовать </a:t>
            </a:r>
            <a:r>
              <a:rPr lang="en-US"/>
              <a:t>wasm</a:t>
            </a:r>
            <a:r>
              <a:rPr lang="ru-RU"/>
              <a:t> для математики (можно получить </a:t>
            </a:r>
            <a:r>
              <a:rPr lang="en-US"/>
              <a:t>x5-x10</a:t>
            </a:r>
            <a:r>
              <a:rPr lang="ru-RU"/>
              <a:t> к приросту)</a:t>
            </a:r>
            <a:endParaRPr lang="en-US"/>
          </a:p>
          <a:p>
            <a:pPr lvl="1">
              <a:defRPr/>
            </a:pPr>
            <a:r>
              <a:rPr lang="ru-RU"/>
              <a:t>И т.д.</a:t>
            </a:r>
            <a:endParaRPr/>
          </a:p>
          <a:p>
            <a:pPr>
              <a:defRPr/>
            </a:pPr>
            <a:r>
              <a:rPr/>
              <a:t>Отсутствие масштабирования сервисов</a:t>
            </a:r>
            <a:endParaRPr/>
          </a:p>
          <a:p>
            <a:pPr>
              <a:defRPr/>
            </a:pPr>
            <a:r>
              <a:rPr/>
              <a:t>Один прогон на один </a:t>
            </a:r>
            <a:r>
              <a:rPr lang="en-US"/>
              <a:t>runtime</a:t>
            </a:r>
            <a:endParaRPr lang="en-US"/>
          </a:p>
          <a:p>
            <a:pPr>
              <a:defRPr/>
            </a:pPr>
            <a:r>
              <a:rPr lang="ru-RU"/>
              <a:t>Одинаковые </a:t>
            </a:r>
            <a:r>
              <a:rPr lang="en-US"/>
              <a:t>cpu/ram</a:t>
            </a:r>
            <a:r>
              <a:rPr lang="ru-RU"/>
              <a:t> на лимитах (разные языки по разному утилизируют ресурсы, поэтому эксперимент не честный)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522053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Артефакты</a:t>
            </a:r>
            <a:endParaRPr/>
          </a:p>
        </p:txBody>
      </p:sp>
      <p:sp>
        <p:nvSpPr>
          <p:cNvPr id="436200566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ru-RU"/>
              <a:t>Ссылка на репозиторий: </a:t>
            </a:r>
            <a:r>
              <a:rPr lang="ru-RU" sz="2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"/>
              </a:rPr>
              <a:t>https://github.com/pabelyakov/k8s-language-experiments</a:t>
            </a:r>
            <a:r>
              <a:rPr lang="ru-RU"/>
              <a:t> </a:t>
            </a:r>
            <a:endParaRPr lang="ru-RU"/>
          </a:p>
          <a:p>
            <a:pPr>
              <a:defRPr/>
            </a:pPr>
            <a:r>
              <a:rPr lang="ru-RU"/>
              <a:t>Структура:</a:t>
            </a:r>
            <a:endParaRPr lang="ru-RU"/>
          </a:p>
          <a:p>
            <a:pPr lvl="1">
              <a:defRPr/>
            </a:pPr>
            <a:r>
              <a:rPr lang="en-US"/>
              <a:t>bruno </a:t>
            </a:r>
            <a:r>
              <a:rPr lang="ru-RU"/>
              <a:t>– коллекция для </a:t>
            </a:r>
            <a:r>
              <a:rPr lang="en-US"/>
              <a:t>bruno</a:t>
            </a:r>
            <a:endParaRPr lang="en-US"/>
          </a:p>
          <a:p>
            <a:pPr lvl="1">
              <a:defRPr/>
            </a:pPr>
            <a:r>
              <a:rPr lang="en-US"/>
              <a:t>mvps</a:t>
            </a:r>
            <a:r>
              <a:rPr lang="ru-RU"/>
              <a:t> – исходные коды наших </a:t>
            </a:r>
            <a:r>
              <a:rPr lang="en-US"/>
              <a:t>mvp</a:t>
            </a:r>
            <a:endParaRPr lang="en-US"/>
          </a:p>
          <a:p>
            <a:pPr lvl="1">
              <a:defRPr/>
            </a:pPr>
            <a:r>
              <a:rPr lang="en-US"/>
              <a:t>k6 – </a:t>
            </a:r>
            <a:r>
              <a:rPr lang="ru-RU"/>
              <a:t>нагрузочные тесты</a:t>
            </a:r>
            <a:endParaRPr lang="ru-RU"/>
          </a:p>
          <a:p>
            <a:pPr lvl="1">
              <a:defRPr/>
            </a:pPr>
            <a:r>
              <a:rPr lang="en-US"/>
              <a:t>k6/reports – </a:t>
            </a:r>
            <a:r>
              <a:rPr lang="ru-RU"/>
              <a:t>Результаты нагрузочных тестов</a:t>
            </a:r>
            <a:endParaRPr lang="ru-RU"/>
          </a:p>
          <a:p>
            <a:pPr lvl="1">
              <a:defRPr/>
            </a:pPr>
            <a:r>
              <a:rPr lang="en-US"/>
              <a:t>grafana_dashboards – </a:t>
            </a:r>
            <a:r>
              <a:rPr lang="ru-RU"/>
              <a:t>Скрины графаны по итогам нагрузочных тестов</a:t>
            </a:r>
            <a:endParaRPr lang="ru-RU"/>
          </a:p>
          <a:p>
            <a:pPr lvl="1">
              <a:defRPr/>
            </a:pPr>
            <a:r>
              <a:rPr lang="en-US"/>
              <a:t>k8s – </a:t>
            </a:r>
            <a:r>
              <a:rPr lang="ru-RU"/>
              <a:t>Манифесты для деплоя в </a:t>
            </a:r>
            <a:r>
              <a:rPr lang="en-US"/>
              <a:t>k</a:t>
            </a:r>
            <a:r>
              <a:rPr lang="en-US"/>
              <a:t>ubernetes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732686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Предложения</a:t>
            </a:r>
            <a:r>
              <a:rPr/>
              <a:t> повторить эксперимент</a:t>
            </a:r>
            <a:endParaRPr/>
          </a:p>
        </p:txBody>
      </p:sp>
      <p:sp>
        <p:nvSpPr>
          <p:cNvPr id="2034719883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Усложнить архитектуру (добавить персистенцию и </a:t>
            </a:r>
            <a:r>
              <a:rPr lang="en-US"/>
              <a:t>stateless</a:t>
            </a:r>
            <a:r>
              <a:rPr lang="ru-RU"/>
              <a:t>)</a:t>
            </a:r>
            <a:endParaRPr/>
          </a:p>
          <a:p>
            <a:pPr>
              <a:defRPr/>
            </a:pPr>
            <a:r>
              <a:rPr/>
              <a:t>Взять нормальную инфраструктуру</a:t>
            </a:r>
            <a:endParaRPr/>
          </a:p>
          <a:p>
            <a:pPr>
              <a:defRPr/>
            </a:pPr>
            <a:r>
              <a:rPr/>
              <a:t>Определить </a:t>
            </a:r>
            <a:r>
              <a:rPr lang="en-US"/>
              <a:t>DoD</a:t>
            </a:r>
            <a:r>
              <a:rPr lang="ru-RU"/>
              <a:t> эксперимента</a:t>
            </a:r>
            <a:endParaRPr lang="ru-RU"/>
          </a:p>
          <a:p>
            <a:pPr>
              <a:defRPr/>
            </a:pPr>
            <a:r>
              <a:rPr lang="ru-RU"/>
              <a:t>Проговорить критерии нагрузочных тестов</a:t>
            </a:r>
            <a:endParaRPr/>
          </a:p>
          <a:p>
            <a:pPr>
              <a:defRPr/>
            </a:pPr>
            <a:r>
              <a:rPr/>
              <a:t>Один язык == Один доклад</a:t>
            </a:r>
            <a:endParaRPr/>
          </a:p>
          <a:p>
            <a:pPr>
              <a:defRPr/>
            </a:pPr>
            <a:r>
              <a:rPr/>
              <a:t>В конце можно сделать смесь ЯП и микросервисную архиетктуру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Retro Game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 Them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39</Slides>
  <Notes>39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2026-07-25T22:43:33Z</dcterms:modified>
</cp:coreProperties>
</file>